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数量（条）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Sheet1!$A$2:$A$4</c:f>
              <c:strCache>
                <c:ptCount val="3"/>
                <c:pt idx="0">
                  <c:v>证件</c:v>
                </c:pt>
                <c:pt idx="1">
                  <c:v>电子设备</c:v>
                </c:pt>
                <c:pt idx="2">
                  <c:v>日用品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</c:v>
                </c:pt>
                <c:pt idx="1">
                  <c:v>3.0</c:v>
                </c:pt>
                <c:pt idx="2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59687B"/>
                </a:solidFill>
                <a:latin typeface="Arial"/>
                <a:ea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4EE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59687B"/>
                </a:solidFill>
                <a:latin typeface="Arial"/>
                <a:ea typeface="微软雅黑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 b="0" i="0">
          <a:solidFill>
            <a:srgbClr val="59687B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，今天我想聚焦一个看似简单但实际困扰很多同学的问题：校园失物招领。当前信息分散在多个群聊，学生需要逐条翻阅历史消息，重复发布和状态滞后让查找效率很低。需要说明的是，本项目完全是虚构的验收场景，所有数值仅用于验证展示逻辑，不代表真实业务数据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本材料为人工构造的虚构验收场景，数值仅用于验证 PPT 生成，不代表真实业务成绩</a:t>
            </a:r>
          </a:p>
          <a:p>
            <a:r>
              <a:t>[S1:2] validation.txt 第 2 段：以下项目、记录和测试结果均为人工构造的验收场景</a:t>
            </a:r>
          </a:p>
          <a:p>
            <a:r>
              <a:t>学生分散在不同群聊发布失物与招领消息，历史消息需逐条翻阅</a:t>
            </a:r>
          </a:p>
          <a:p>
            <a:r>
              <a:t>[S1:3] validation.txt 第 3 段：学生在不同群聊发布失物和招领消息，历史消息需要逐条翻阅</a:t>
            </a:r>
          </a:p>
          <a:p>
            <a:r>
              <a:t>相同物品可能重复发布、消息缺少统一分类，已认领物品仍可能被继续转发</a:t>
            </a:r>
          </a:p>
          <a:p>
            <a:r>
              <a:t>[S1:3] validation.txt 第 3 段：已经认领的物品仍可能被继续转发</a:t>
            </a:r>
          </a:p>
          <a:p>
            <a:r>
              <a:t>材料未测量查找所需时间，效率问题只作定性描述</a:t>
            </a:r>
          </a:p>
          <a:p>
            <a:r>
              <a:t>[S1:3] validation.txt 第 3 段：当前材料没有测量查找所需时间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本页作用：开场定调：确立研究问题与材料边界，为全篇设定可信前提</a:t>
            </a:r>
          </a:p>
          <a:p>
            <a:r>
              <a:t>建议用时：31 秒（需实际排练校准）</a:t>
            </a:r>
          </a:p>
          <a:p>
            <a:r>
              <a:t>衔接：既然群聊查找存在明确缺口，下一页先说明已有做法与缺口的具体位置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衔接上一页的痛点：您看到群聊信息确实分散。本页我们直接把现有做法和缺失能力并置。左边是目前同学实际怎么做，右侧是缺口——没有统一分类、无法检索、状态不同步。原型做的就是把这些收拢为一个入口。下一页我们将定义原型具体做什么、不做什么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现有做法依赖群聊消息与人工逐条翻阅，没有统一分类与状态更新入口</a:t>
            </a:r>
          </a:p>
          <a:p>
            <a:r>
              <a:t>[S1:3] validation.txt 第 3 段：历史消息需要逐条翻阅</a:t>
            </a:r>
          </a:p>
          <a:p>
            <a:r>
              <a:t>同一物品重复发布、已认领物品继续转发，使候选判断更困难</a:t>
            </a:r>
          </a:p>
          <a:p>
            <a:r>
              <a:t>[S1:3] validation.txt 第 3 段：已经认领的物品仍可能被继续转发</a:t>
            </a:r>
          </a:p>
          <a:p>
            <a:r>
              <a:t>原型把发布、浏览、检索与认领状态收拢为统一入口，回应上述缺口</a:t>
            </a:r>
          </a:p>
          <a:p>
            <a:r>
              <a:t>[S1:4] validation.txt 第 4 段：构建统一的发布、浏览、检索和认领状态入口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本页作用：缺口界定：把已有做法与缺失能力并置，引出原型目标</a:t>
            </a:r>
          </a:p>
          <a:p>
            <a:r>
              <a:t>建议用时：62 秒（需实际排练校准）</a:t>
            </a:r>
          </a:p>
          <a:p>
            <a:r>
              <a:t>衔接：缺口清晰后，下一页界定原型的目标边界以及明确不做的功能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快速划定项目边界：左边是本次原型交付的完整目标——统一的发布、浏览、检索与认领入口，以及字段覆盖情况；右边是明确不包含的功能，如图片相似度检索、支付与实时聊天。这帮助评审老师理解我个人的工作重点在哪里，也为后续评估设定一个清晰的检验范围。接下来，我们会讨论谁来使用这些功能——角色与任务说明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目标：构建统一的发布、浏览、检索与认领状态入口</a:t>
            </a:r>
          </a:p>
          <a:p>
            <a:r>
              <a:t>[S1:4] validation.txt 第 4 段：构建统一的发布、浏览、检索和认领状态入口</a:t>
            </a:r>
          </a:p>
          <a:p>
            <a:r>
              <a:t>原型字段包含文字描述、物品类别、拾取地点与记录状态</a:t>
            </a:r>
          </a:p>
          <a:p>
            <a:r>
              <a:t>[S1:4] validation.txt 第 4 段：原型包含文字描述、物品类别、拾取地点、记录状态</a:t>
            </a:r>
          </a:p>
          <a:p>
            <a:r>
              <a:t>明确不做：图片相似度检索、智能身份识别、支付、实时聊天与跨校区推荐</a:t>
            </a:r>
          </a:p>
          <a:p>
            <a:r>
              <a:t>[S1:4] validation.txt 第 4 段：未实现图片相似度检索、智能身份识别、支付、实时聊天和跨校区推荐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本页作用：范围设限：用做与不做两栏锁定后续讨论边界</a:t>
            </a:r>
          </a:p>
          <a:p>
            <a:r>
              <a:t>建议用时：62 秒（需实际排练校准）</a:t>
            </a:r>
          </a:p>
          <a:p>
            <a:r>
              <a:t>衔接：范围确定后，下一页说明使用这些入口的角色及各自任务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明确三类角色各自的任务。从左到右看表格：失主负责搜索和核实，拾获者发布并更新状态，管理员处理异常。需要注意的是，这三类角色目前都来自场景假设，尚未通过实际用户访谈验证，所以表中统一标注为“待验证”。这是我们下一步设计测试用例的基础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失主任务：找到候选物品并核实详情</a:t>
            </a:r>
          </a:p>
          <a:p>
            <a:r>
              <a:t>[S1:5] validation.txt 第 5 段：失主需要找到候选物品并核实详情</a:t>
            </a:r>
          </a:p>
          <a:p>
            <a:r>
              <a:t>拾获者任务：发布线索并更新状态</a:t>
            </a:r>
          </a:p>
          <a:p>
            <a:r>
              <a:t>[S1:5] validation.txt 第 5 段：拾获者需要发布线索和更新状态</a:t>
            </a:r>
          </a:p>
          <a:p>
            <a:r>
              <a:t>管理员任务：处理重复或不当记录</a:t>
            </a:r>
          </a:p>
          <a:p>
            <a:r>
              <a:t>[S1:5] validation.txt 第 5 段：管理员需要处理重复或不当记录</a:t>
            </a:r>
          </a:p>
          <a:p>
            <a:r>
              <a:t>三类角色来自场景设定，尚未通过用户访谈验证</a:t>
            </a:r>
          </a:p>
          <a:p>
            <a:r>
              <a:t>[S1:5] validation.txt 第 5 段：上述角色来自场景设定，尚未通过用户访谈验证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本页作用：对象界定：用角色—任务表说明谁在什么环节做什么，并标记角色假设未验证</a:t>
            </a:r>
          </a:p>
          <a:p>
            <a:r>
              <a:t>建议用时：62 秒（需实际排练校准）</a:t>
            </a:r>
          </a:p>
          <a:p>
            <a:r>
              <a:t>衔接：角色任务确定后，下一页把三者串成发布—检索—认领的可演示路径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一页我们明确了角色与任务，现在用一条核心流程把发布、检索到认领串起来。注意，搜索只帮失主缩小范围，最终身份确认必须在线下完成，系统不做自动判定。这也引出一个关键设计取舍：我们特意选择了关键词匹配而非语义检索——下一页技术架构会解释为什么这么选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拾获者填写描述与类别、保存记录，形成可检索条目</a:t>
            </a:r>
          </a:p>
          <a:p>
            <a:r>
              <a:t>[S1:6] validation.txt 第 6 段：拾获者填写描述与类别，保存记录</a:t>
            </a:r>
          </a:p>
          <a:p>
            <a:r>
              <a:t>失主用关键词与分类筛选候选物品，再由线下人工核验身份</a:t>
            </a:r>
          </a:p>
          <a:p>
            <a:r>
              <a:t>[S1:6] validation.txt 第 6 段：失主通过关键词和分类筛选寻找候选物品，再由线下人工核验身份</a:t>
            </a:r>
          </a:p>
          <a:p>
            <a:r>
              <a:t>确认后状态更新为已认领；搜索命中不等于确认归属，系统不自动作出身份判断</a:t>
            </a:r>
          </a:p>
          <a:p>
            <a:r>
              <a:t>[S1:6] validation.txt 第 6 段：搜索命中不等于确认归属，系统不自动作出身份判断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本页作用：流程串联：把前三页的角色与范围落实为一条可演示的操作闭环</a:t>
            </a:r>
          </a:p>
          <a:p>
            <a:r>
              <a:t>建议用时：62 秒（需实际排练校准）</a:t>
            </a:r>
          </a:p>
          <a:p>
            <a:r>
              <a:t>衔接：核心路径明确后，下一页进入技术架构概览，说明支撑这条闭环的组件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这一页我们来展示整个原型的技术架构。大家可以看到，我们采用了经典的三层分离：前端使用 React 实现用户交互，后端用 FastAPI 处理接口逻辑，PostgreSQL 存储数据。需要特别说明的是，当前是一个单实例原型，我们只做了功能验证，没有进行负载测试，所以不声称它具备生产级的高并发能力。这也符合我们‘先验证核心流程，再优化性能’的迭代思路。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前端用 React 实现表单、列表和状态交互</a:t>
            </a:r>
          </a:p>
          <a:p>
            <a:r>
              <a:t>[S1:8] validation.txt 第 8 段：前端使用React处理表单和列表交互</a:t>
            </a:r>
          </a:p>
          <a:p>
            <a:r>
              <a:t>后端用 FastAPI 提供接口，PostgreSQL 存储记录</a:t>
            </a:r>
          </a:p>
          <a:p>
            <a:r>
              <a:t>[S1:8] validation.txt 第 8 段：后端使用FastAPI提供接口，PostgreSQL存储记录</a:t>
            </a:r>
          </a:p>
          <a:p>
            <a:r>
              <a:t>当前是单实例原型，未进行负载测试</a:t>
            </a:r>
          </a:p>
          <a:p>
            <a:r>
              <a:t>[S1:8] validation.txt 第 8 段：当前为单实例原型，尚未进行负载测试</a:t>
            </a:r>
          </a:p>
          <a:p>
            <a:r>
              <a:t>整个架构仅用于原型验证，不要求生产级性能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本页作用：展示技术选型的清晰性和原型范围</a:t>
            </a:r>
          </a:p>
          <a:p>
            <a:r>
              <a:t>建议用时：62 秒（需实际排练校准）</a:t>
            </a:r>
          </a:p>
          <a:p>
            <a:r>
              <a:t>衔接：技术架构交付后，我们来看核心数据结构：数据模型设计。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明确了数据模型中每个字段的用途与约束。请大家看表格，所有字段都是为检索和状态跟踪服务的。特别注意类别和状态我们用受控枚举，确保统计和筛选的一致性。目前没有上向量数据库，因为我们先验证关键词方案是否够用。下一步，我会基于这个模型定义四个核心接口的操作边界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记录包含 id、标题、描述、类别、地点、状态、创建与更新时间</a:t>
            </a:r>
          </a:p>
          <a:p>
            <a:r>
              <a:t>[S1:9] validation.txt 第 9 段：物品记录包含id、标题、描述、类别、地点、状态、创建时间与更新时间</a:t>
            </a:r>
          </a:p>
          <a:p>
            <a:r>
              <a:t>类别和状态是受约束字段，保证数据一致性</a:t>
            </a:r>
          </a:p>
          <a:p>
            <a:r>
              <a:t>[S1:9] validation.txt 第 9 段：类别和状态为受约束字段</a:t>
            </a:r>
          </a:p>
          <a:p>
            <a:r>
              <a:t>未引入向量数据库或外部检索服务</a:t>
            </a:r>
          </a:p>
          <a:p>
            <a:r>
              <a:t>[S1:9] validation.txt 第 9 段：当前没有引入向量数据库或外部检索服务</a:t>
            </a:r>
          </a:p>
          <a:p>
            <a:r>
              <a:t>数据模型设计简洁，支撑核心功能但缺少多模态支持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本页作用：明确数据模型的范围，为后续接口设计铺垫</a:t>
            </a:r>
          </a:p>
          <a:p>
            <a:r>
              <a:t>建议用时：62 秒（需实际排练校准）</a:t>
            </a:r>
          </a:p>
          <a:p>
            <a:r>
              <a:t>衔接：数据模型定义好后，我们进一步划分了四个核心接口：接口分工与行为。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，我们拆解原型中四个核心接口的职责。发布接口负责验证输入后写入记录；列表接口简单返回所有记录；搜索接口是决策核心，它组合关键词与类别条件；更新接口修改认领状态。材料中未提供具体URL，这里只描述行为边界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发布接口检查输入并写入记录</a:t>
            </a:r>
          </a:p>
          <a:p>
            <a:r>
              <a:t>[S1:10] validation.txt 第 10 段：发布接口检查输入并写入记录</a:t>
            </a:r>
          </a:p>
          <a:p>
            <a:r>
              <a:t>列表接口返回当前所有记录 — 待补充依据</a:t>
            </a:r>
          </a:p>
          <a:p>
            <a:r>
              <a:t>搜索接口组合关键词与类别条件</a:t>
            </a:r>
          </a:p>
          <a:p>
            <a:r>
              <a:t>[S1:10] validation.txt 第 10 段：搜索接口组合关键词与类别条件</a:t>
            </a:r>
          </a:p>
          <a:p>
            <a:r>
              <a:t>更新接口修改认领状态</a:t>
            </a:r>
          </a:p>
          <a:p>
            <a:r>
              <a:t>[S1:10] validation.txt 第 10 段：更新接口修改认领状态</a:t>
            </a:r>
          </a:p>
          <a:p>
            <a:r>
              <a:t>材料未提供具体 URL 或代码，接口实现只作功能描述</a:t>
            </a:r>
          </a:p>
          <a:p>
            <a:r>
              <a:t>[S1:10] validation.txt 第 10 段：材料未提供具体URL或代码，不得自行构造接口路径当作已实现细节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本页作用：细化接口职责，为搜索策略选择做铺垫</a:t>
            </a:r>
          </a:p>
          <a:p>
            <a:r>
              <a:t>建议用时：62 秒（需实际排练校准）</a:t>
            </a:r>
          </a:p>
          <a:p>
            <a:r>
              <a:t>衔接：接口中，搜索接口的设计是关键决策点，接下来讨论搜索策略：关键词匹配。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进入搜索策略部分。我选择了关键词匹配而非语义检索，核心原因是可解释性——评审时我们能清晰指出为什么某条结果被检索到。右侧表格对比了两者的关键维度：关键词方案在可解释性和调试难度上占优，但也承认它可能遗漏同义表述。语义检索作为未来方向，目前尚未实施，这也构成我们当前的一个已验证局限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原型采用关键词匹配，便于解释结果和定位问题</a:t>
            </a:r>
          </a:p>
          <a:p>
            <a:r>
              <a:t>[S1:11] validation.txt 第 11 段：原型采用关键词匹配，便于解释结果和定位问题</a:t>
            </a:r>
          </a:p>
          <a:p>
            <a:r>
              <a:t>语义检索作为备选方向，尚未实施</a:t>
            </a:r>
          </a:p>
          <a:p>
            <a:r>
              <a:t>[S1:11] validation.txt 第 11 段：语义检索作为备选方向，尚未实施</a:t>
            </a:r>
          </a:p>
          <a:p>
            <a:r>
              <a:t>当前方案可能遗漏同义表述</a:t>
            </a:r>
          </a:p>
          <a:p>
            <a:r>
              <a:t>[S1:11] validation.txt 第 11 段：当前方案可能遗漏同义表述</a:t>
            </a:r>
          </a:p>
          <a:p>
            <a:r>
              <a:t>没有对比关键词搜索与语义搜索的准确率</a:t>
            </a:r>
          </a:p>
          <a:p>
            <a:r>
              <a:t>[S1:11] validation.txt 第 11 段：没有对比关键词搜索与语义搜索的准确率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本页作用：阐述关键方法取舍的理由和代价</a:t>
            </a:r>
          </a:p>
          <a:p>
            <a:r>
              <a:t>建议用时：62 秒（需实际排练校准）</a:t>
            </a:r>
          </a:p>
          <a:p>
            <a:r>
              <a:t>衔接：搜索后的状态管理同样重要，接下来看状态处理机制。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原型中状态处理仅通过人工核验切换待认领与已认领，这在大规模并发下存在漏洞。例如多人同时认领同一失物时，缺乏冲突检测。此外，恶意认领和误操作恢复也尚未完善。这些就是接下来需要重点验证的边界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记录分为待认领与已认领两种状态</a:t>
            </a:r>
          </a:p>
          <a:p>
            <a:r>
              <a:t>[S1:12] validation.txt 第 12 段：记录分为待认领与已认领</a:t>
            </a:r>
          </a:p>
          <a:p>
            <a:r>
              <a:t>人工核验后再更新状态</a:t>
            </a:r>
          </a:p>
          <a:p>
            <a:r>
              <a:t>[S1:12] validation.txt 第 12 段：人工核验后再更新状态</a:t>
            </a:r>
          </a:p>
          <a:p>
            <a:r>
              <a:t>重复发布通过人工发现和处理</a:t>
            </a:r>
          </a:p>
          <a:p>
            <a:r>
              <a:t>[S1:12] validation.txt 第 12 段：重复发布通过人工发现和处理</a:t>
            </a:r>
          </a:p>
          <a:p>
            <a:r>
              <a:t>尚未验证并发更新冲突、误操作恢复和恶意认领防护</a:t>
            </a:r>
          </a:p>
          <a:p>
            <a:r>
              <a:t>[S1:12] validation.txt 第 12 段：尚未验证并发更新冲突、误操作恢复和恶意认领防护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本页作用：指出现有状态处理的局限，突出未验证边界</a:t>
            </a:r>
          </a:p>
          <a:p>
            <a:r>
              <a:t>建议用时：62 秒（需实际排练校准）</a:t>
            </a:r>
          </a:p>
          <a:p>
            <a:r>
              <a:t>衔接：状态机制中的未验证问题正是我们后续需要重点解决的。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明确数据处理的边界。测试集里所有物品都是虚构的，没有存储任何真实姓名或手机号，这一点在验收时可以核对。但需要坦诚的是，一旦切换到真实部署，隐私说明、数据保留多久以及用户删除自己记录的能力，这些现在都还没设计，属于待验证的合规缺口。希望评审老师帮忙判断哪些是最紧迫需要补充的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测试集使用虚构物品，不保存真实姓名、手机号或身份凭证</a:t>
            </a:r>
          </a:p>
          <a:p>
            <a:r>
              <a:t>[S1:13] validation.txt 第 13 段：测试集使用虚构物品，不保存真实姓名、手机号或身份凭证</a:t>
            </a:r>
          </a:p>
          <a:p>
            <a:r>
              <a:t>真实部署前需补充隐私说明、数据保留规则及删除流程</a:t>
            </a:r>
          </a:p>
          <a:p>
            <a:r>
              <a:t>[S1:13] validation.txt 第 13 段：真实部署前仍需明确隐私说明、数据保留规则及删除流程，这些尚未完成验收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本页作用：澄清数据来源的伦理边界，展示对隐私合规的考量</a:t>
            </a:r>
          </a:p>
          <a:p>
            <a:r>
              <a:t>建议用时：62 秒（需实际排练校准）</a:t>
            </a:r>
          </a:p>
          <a:p>
            <a:r>
              <a:t>衔接：明确了数据的虚构性与隐私边界后，接下来说明个人在原型开发中的具体贡献范围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明确个人贡献的具体边界。我在原型中负责页面开发、发布和搜索接口，以及本地数据准备和基本功能测试。请注意，这里没有团队规模、工时或开发周期数据，因为当前阶段仅聚焦个人可验证的工作范围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负责页面开发、发布和搜索接口、本地数据准备及基本功能测试</a:t>
            </a:r>
          </a:p>
          <a:p>
            <a:r>
              <a:t>[S1:14] validation.txt 第 14 段：场景设定中的开发者完成页面开发、发布和搜索接口、本地数据准备及基本功能测试</a:t>
            </a:r>
          </a:p>
          <a:p>
            <a:r>
              <a:t>未提供团队规模、工时或开发周期数据</a:t>
            </a:r>
          </a:p>
          <a:p>
            <a:r>
              <a:t>[S1:14] validation.txt 第 14 段：没有团队规模、工时或开发周期数据，不得补造人力投入与完成期限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本页作用：明确个人贡献范围，避免过度归因</a:t>
            </a:r>
          </a:p>
          <a:p>
            <a:r>
              <a:t>建议用时：61 秒（需实际排练校准）</a:t>
            </a:r>
          </a:p>
          <a:p>
            <a:r>
              <a:t>衔接：个人贡献已经明确，接下来看为验证功能设计的测试数据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验证核心功能，我构造了12条本地物品记录。其中8条模拟待认领状态，4条为已认领，完整覆盖了发布后可见、关键词检索和状态展示三种操作路径。右侧柱状图展示了类别分布：证件4条，电子设备3条，日用品5条，确保各类物品均有代表性。接下来我将展示基于这些记录的具体功能观察结果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本地构造12条物品记录，检查发布后可见、关键词检索和状态展示</a:t>
            </a:r>
          </a:p>
          <a:p>
            <a:r>
              <a:t>[S1:15] validation.txt 第 15 段：在本地构造12条物品记录，用于检查发布后可见、关键词检索和状态展示</a:t>
            </a:r>
          </a:p>
          <a:p>
            <a:r>
              <a:t>测试记录中8条待认领，4条已认领；类别：证件4条、电子设备3条、日用品5条</a:t>
            </a:r>
          </a:p>
          <a:p>
            <a:r>
              <a:t>[S1:15] validation.txt 第 15 段：测试记录中8条为待认领，4条为已认领。类别分布为证件4条、电子设备3条、日用品5条，合计12条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本页作用：展示测试覆盖的维度与分布，为后续观察结果提供上下文</a:t>
            </a:r>
          </a:p>
          <a:p>
            <a:r>
              <a:t>建议用时：61 秒（需实际排练校准）</a:t>
            </a:r>
          </a:p>
          <a:p>
            <a:r>
              <a:t>衔接：基于这12条记录，进行了本地功能观察，结果如下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刚才我们看了正式测试的设计，现在切换到本地手动观察的结果。我们在测试环境下保存了几条输入记录，返回到列表后能够正常显示；查询功能也返回了对应的记录，状态标签和我们事先准备的数据一致。不过需要说明的是，这些都是手动逐条检查，文件中没有记录通过率、覆盖率或者请求耗时，因此这些结果只能作为功能可行的定性参考，不能作为全自动测试的定量证据。接下来我们看看无匹配场景下系统怎么表现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本地手动检查：输入记录可保存并显示在列表中</a:t>
            </a:r>
          </a:p>
          <a:p>
            <a:r>
              <a:t>[S1:16] validation.txt 第 16 段：本地案例检查了输入记录能否保存、查询结果能否显示</a:t>
            </a:r>
          </a:p>
          <a:p>
            <a:r>
              <a:t>查询结果能显示对应记录，状态标签与测试数据一致</a:t>
            </a:r>
          </a:p>
          <a:p>
            <a:r>
              <a:t>[S1:16] validation.txt 第 16 段：状态标签是否与测试数据对应</a:t>
            </a:r>
          </a:p>
          <a:p>
            <a:r>
              <a:t>未记录逐条通过率、覆盖率、请求耗时或错误率</a:t>
            </a:r>
          </a:p>
          <a:p>
            <a:r>
              <a:t>[S1:16] validation.txt 第 16 段：材料没有逐条通过率、覆盖率、请求耗时或错误率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本页作用：报告验证结果，突出证据的粒度与当前局限</a:t>
            </a:r>
          </a:p>
          <a:p>
            <a:r>
              <a:t>建议用时：61 秒（需实际排练校准）</a:t>
            </a:r>
          </a:p>
          <a:p>
            <a:r>
              <a:t>衔接：在正常查询之外，还观察了无匹配场景，结果如下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展示了功能路径的验证，这里看一个边界案例：我构造了一个不存在的物品进行查询，系统显示空结果提示——流程本身是通的。但请注意，这只是手动单次观察，真正有挑战的场景——比如超长输入、特殊字符、或者网络中断——都还没有覆盖。这部分需要后续补上，才能说查询能力是健壮的。接下来聊一下内容展示的一致性，还有方法取舍带来的实际代价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虚构查询不存在的物品时，页面展示空结果提示</a:t>
            </a:r>
          </a:p>
          <a:p>
            <a:r>
              <a:t>[S1:17] validation.txt 第 17 段：虚构查询不存在的物品时，页面展示空结果提示</a:t>
            </a:r>
          </a:p>
          <a:p>
            <a:r>
              <a:t>超长输入、特殊字符和异常网络情况仍需补充测试</a:t>
            </a:r>
          </a:p>
          <a:p>
            <a:r>
              <a:t>[S1:17] validation.txt 第 17 段：超长输入、特殊字符和异常网络情况仍需补充测试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本页作用：展示边界测试的观察结果，引出后续测试计划</a:t>
            </a:r>
          </a:p>
          <a:p>
            <a:r>
              <a:t>建议用时：61 秒（需实际排练校准）</a:t>
            </a:r>
          </a:p>
          <a:p>
            <a:r>
              <a:t>衔接：接下来将讨论内容展示的一致性以及方法取舍带来的代价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从一致性角度审视界面。可以看到，无论是普通查询还是分类筛选，都使用了完全相同的列表样式，这降低了用户的认知负担。详情页也保留了类别和地点等关键字段。但需要强调的是，当前素材中没有任何可用性评分或用户满意度指标，因此我们不能从界面设计直接推断用户满意——这属于待补充的验证环节。下面，我将转向方法取舍的讨论，解释为何选择关键词方案而非语义检索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普通查询与分类筛选使用同一列表样式</a:t>
            </a:r>
          </a:p>
          <a:p>
            <a:r>
              <a:t>[S1:18] validation.txt 第 18 段：普通查询与分类筛选使用相同列表样式</a:t>
            </a:r>
          </a:p>
          <a:p>
            <a:r>
              <a:t>详情页保留完整描述与类别/地点信息</a:t>
            </a:r>
          </a:p>
          <a:p>
            <a:r>
              <a:t>[S1:18] validation.txt 第 18 段：详情页保留完整描述</a:t>
            </a:r>
          </a:p>
          <a:p>
            <a:r>
              <a:t>当前素材不含可用性评分或用户满意度指标</a:t>
            </a:r>
          </a:p>
          <a:p>
            <a:r>
              <a:t>[S1:18] validation.txt 第 18 段：现有材料没有可用性评分或无障碍审计结果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本页作用：说明界面实测状态，明确无满意度数据</a:t>
            </a:r>
          </a:p>
          <a:p>
            <a:r>
              <a:t>建议用时：61 秒（需实际排练校准）</a:t>
            </a:r>
          </a:p>
          <a:p>
            <a:r>
              <a:t>衔接：展示一致性之后，我们来谈谈核心设计中的方法取舍。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我们在设计上的关键取舍。左侧是已经验证的关键词检索方案——用户输入关键词就能匹配失物；右侧是尚未实施的语义检索，虽然更智能，但需要更多服务依赖。这个决策保证了核心流程的快速验证，但代价是用户必须手动选择合适的搜索词，身份确认也离不开人工审核。需要强调的是，这只是一个设计上的解释性选择，并不是经过对比实验验证的最优方案。接下来我们看看这套方案在实际运行中可能遇到的风险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优先实现关键词检索与状态管理，减少对图片和语义服务依赖</a:t>
            </a:r>
          </a:p>
          <a:p>
            <a:r>
              <a:t>[S1:19] validation.txt 第 19 段：优先完成关键词检索与状态管理，减少对图片与语义服务的依赖</a:t>
            </a:r>
          </a:p>
          <a:p>
            <a:r>
              <a:t>代价是用户需自行选择关键词，身份仍需人工判断</a:t>
            </a:r>
          </a:p>
          <a:p>
            <a:r>
              <a:t>[S1:19] validation.txt 第 19 段：代价是需要用户选择关键词，并依赖人工判断身份</a:t>
            </a:r>
          </a:p>
          <a:p>
            <a:r>
              <a:t>该取舍是设计解释，非经实验验证的最优结论</a:t>
            </a:r>
          </a:p>
          <a:p>
            <a:r>
              <a:t>[S1:19] validation.txt 第 19 段：该取舍是设计解释，不是经实验验证的最优结论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本页作用：解释核心设计选择及代价</a:t>
            </a:r>
          </a:p>
          <a:p>
            <a:r>
              <a:t>建议用时：61 秒（需实际排练校准）</a:t>
            </a:r>
          </a:p>
          <a:p>
            <a:r>
              <a:t>衔接：这些取舍引出了实际运行中可能遇到的风险。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把目前能明确说清的风险集中列出：描述不完整、称呼不统一、状态更新滞后、重复记录、以及人工核验可能误判，共五类。需要特别注明的是，这些风险目前都只有定性判断，我没有收集到发生频率或损失数据，所以不做任何量化，也请各位把它们当作待验证假设来看。接下来一页会说明针对这些假设，我打算先做哪几项验证、以什么证据来判定风险是否真实存在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描述可能不完整，用户可能使用不同称呼寻物</a:t>
            </a:r>
          </a:p>
          <a:p>
            <a:r>
              <a:t>[S1:20] validation.txt 第 20 段：用户可能使用不同称呼</a:t>
            </a:r>
          </a:p>
          <a:p>
            <a:r>
              <a:t>状态可能更新不及时，重复记录影响判断</a:t>
            </a:r>
          </a:p>
          <a:p>
            <a:r>
              <a:t>[S1:20] validation.txt 第 20 段：状态可能更新不及时；重复记录可能影响判断</a:t>
            </a:r>
          </a:p>
          <a:p>
            <a:r>
              <a:t>人工认领核验可能误判，无真实发生频率数据</a:t>
            </a:r>
          </a:p>
          <a:p>
            <a:r>
              <a:t>[S1:20] validation.txt 第 20 段：人工认领核验可能发生误判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本页作用：坦诚展示已知风险，指出数据缺失</a:t>
            </a:r>
          </a:p>
          <a:p>
            <a:r>
              <a:t>建议用时：61 秒（需实际排练校准）</a:t>
            </a:r>
          </a:p>
          <a:p>
            <a:r>
              <a:t>衔接：为了应对这些风险，接下来需要补充更多验证。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我们展示了已完成的验证和已知的风险，现在来看下一步待开展的工作。这些全部是计划内容，没有完成日期或具体预算。第一，需要补充异常输入和网络中断恢复的测试；第二，因为不同同学对物品称呼不同，要设计同义词查询案例；第三，检查误操作的恢复流程。这些验证工作将帮助我们确认系统的健壮性。后续建议讨论优先级和时间安排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需补充异常输入与网络中断恢复测试</a:t>
            </a:r>
          </a:p>
          <a:p>
            <a:r>
              <a:t>[S1:21] validation.txt 第 21 段：补充异常输入测试、网络中断恢复观察</a:t>
            </a:r>
          </a:p>
          <a:p>
            <a:r>
              <a:t>需设计同义词查询案例覆盖不同称呼</a:t>
            </a:r>
          </a:p>
          <a:p>
            <a:r>
              <a:t>[S1:21] validation.txt 第 21 段：设计同义词查询案例</a:t>
            </a:r>
          </a:p>
          <a:p>
            <a:r>
              <a:t>需检查误操作的恢复流程，但均无完成日期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本页作用：明确验证边界，指明后续工作计划</a:t>
            </a:r>
          </a:p>
          <a:p>
            <a:r>
              <a:t>建议用时：61 秒（需实际排练校准）</a:t>
            </a:r>
          </a:p>
          <a:p>
            <a:r>
              <a:t>衔接：基于以上所有内容，最后总结结论与下一步建议。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我们当前原型已经验证的闭环。可以看到，基本流程已经跑通，但是真实用户反馈和大规模并发场景的测试还没有做。下一步我建议重点讨论两个方向：一是如何设计抗恶意认领的机制，避免误领或冒领；二是何时考虑从关键词匹配切换到语义检索，提升搜索效果。如果大家有其他想法，也欢迎指出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原型已连接发布、检索和状态更新基本流程，本地数据可演示</a:t>
            </a:r>
          </a:p>
          <a:p>
            <a:r>
              <a:t>[S1:23] validation.txt 第 23 段：原型已连接发布、检索和状态展示的基本流程</a:t>
            </a:r>
          </a:p>
          <a:p>
            <a:r>
              <a:t>真实用户价值、规模化性能及完整安全性仍需验证</a:t>
            </a:r>
          </a:p>
          <a:p>
            <a:r>
              <a:t>[S1:23] validation.txt 第 23 段：真实用户价值、规模化性能及完整安全性仍待验证</a:t>
            </a:r>
          </a:p>
          <a:p>
            <a:r>
              <a:t>提议讨论抗恶意认领机制设计与语义检索切换时机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听众：项目评审老师，熟悉项目背景和验收标准，关注方法论严谨性与个人贡献边界。</a:t>
            </a:r>
          </a:p>
          <a:p>
            <a:r>
              <a:t>全篇主线：本人在校园失物招领原型项目中负责核心接口设计与搜索策略决策，通过关键词匹配方案在可控范围内验证核心流程，同时明确识别了未验证的并发、恶意认领与语义检索等边界。</a:t>
            </a:r>
          </a:p>
          <a:p>
            <a:r>
              <a:t>本页作用：收束全文，明确贡献与局限，引导后续讨论</a:t>
            </a:r>
          </a:p>
          <a:p>
            <a:r>
              <a:t>建议用时：61 秒（需实际排练校准）</a:t>
            </a:r>
          </a:p>
          <a:p>
            <a:r>
              <a:t>衔接：以上为本次验证的全部内容，欢迎各位评审老师批评指正。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1411167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开篇：校园失物招领的痛点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2233395"/>
            <a:ext cx="10871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校园失物招领平台：虚构软件验收材料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893795"/>
            <a:ext cx="10871200" cy="21015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材料边界：以下项目、记录和测试结果均为人工构造的验收场景，不代表真实业务成绩。所有数值只用于验证PPT生成，不得推断真实用户、效率提升、商业收益或上线日期。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问题场景：学生在不同群聊发布失物和招领消息，历史消息需要逐条翻阅。相同物品可能重复发布，消息缺少统一分类，已经认领的物品仍可能被继续转发。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当前材料没有测量查找所需时间。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50000"/>
              </a:lnSpc>
            </a:pPr>
            <a:r>
              <a:rPr sz="1100" b="1" i="0" spc="160">
                <a:solidFill>
                  <a:srgbClr val="1D4ED8"/>
                </a:solidFill>
                <a:latin typeface="Arial"/>
                <a:ea typeface="微软雅黑"/>
              </a:rPr>
              <a:t>已有认识与缺口：从群聊散落到统一入口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168400"/>
            <a:ext cx="10871200" cy="26468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28000"/>
              </a:lnSpc>
              <a:buClr>
                <a:srgbClr val="1D4ED8"/>
              </a:buClr>
              <a:buFont typeface="Arial"/>
              <a:buChar char="—"/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现有做法：学生依赖不同群聊发布失物/招领消息，需逐条翻阅历史记录</a:t>
            </a:r>
          </a:p>
          <a:p>
            <a:pPr marL="228600" indent="-228600">
              <a:lnSpc>
                <a:spcPct val="128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同一物品可能重复发布，已认领物品仍被转发，缺乏状态同步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993002"/>
            <a:ext cx="10871200" cy="12058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缺口：无统一分类、无检索能力、无认领状态入口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原型目标：整合发布、分类浏览、检索与认领状态为统一入口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53340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目标与范围定义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04828"/>
            <a:ext cx="533400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构建统一的发布、浏览、检索与认领状态入口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原型字段：文字描述、物品类别、拾取地点、记录状态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533400"/>
            <a:ext cx="5334000" cy="36561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图片相似度检索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智能身份识别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支付功能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实时聊天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跨校区推荐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600" y="4341987"/>
            <a:ext cx="5334000" cy="882285"/>
          </a:xfrm>
          <a:prstGeom prst="roundRect">
            <a:avLst>
              <a:gd name="adj" fmla="val 11515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4456287"/>
            <a:ext cx="5029200" cy="6536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本页明确“不做”清单，为后续评估设定边界。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三类角色及其核心任务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0400" y="1355628"/>
          <a:ext cx="10871200" cy="38178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23733"/>
                <a:gridCol w="3623733"/>
                <a:gridCol w="3623734"/>
              </a:tblGrid>
              <a:tr h="954461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角色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核心任务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验证状态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446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失主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找到候选物品并核实详情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待验证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446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拾获者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发布线索并更新物品状态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待验证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446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管理员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处理重复或不当记录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待验证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核心用户路径：发布 → 检索 → 认领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04828"/>
            <a:ext cx="3453384" cy="27443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拾获者填写物品描述、类别，保存后生成可检索条目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系统不自动判断身份，仅记录数据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6984" y="1304828"/>
            <a:ext cx="3453384" cy="27443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失主通过关键词与分类筛选候选物品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匹配结果需线下人工核验身份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304828"/>
            <a:ext cx="3558032" cy="27443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状态更新为“已认领”：搜索命中 ≠ 确认归属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201545"/>
            <a:ext cx="10871200" cy="10227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搜索仅辅助定位，最终归属由线下核对决定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5283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技术架构概览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04828"/>
            <a:ext cx="528320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原型采用三层架构，仅用于功能验证，未做性能优化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533400"/>
            <a:ext cx="5283200" cy="4741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前端：React 实现表单、列表和状态交互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后端：FastAPI 提供 RESTful 接口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数据层：PostgreSQL 存储失物记录与认领状态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当前为单实例原型，未进行负载测试，不承诺高并发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581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数据模型设计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267644"/>
            <a:ext cx="10871200" cy="1360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物品记录：id、标题、描述、类别、地点、状态、创建时间、更新时间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类别与状态为受约束字段，保证数据一致性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未引入向量数据库或外部检索服务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400" y="2780532"/>
          <a:ext cx="10871200" cy="27932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17800"/>
                <a:gridCol w="2717800"/>
                <a:gridCol w="2717800"/>
                <a:gridCol w="2717800"/>
              </a:tblGrid>
              <a:tr h="310365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字段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类型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约束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说明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36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id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UUID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主键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唯一标识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36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标题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VARCHAR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非空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物品名称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36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描述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TEXT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可选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详细特征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36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类别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VARCHAR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受控枚举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如：电子产品、证件、书籍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36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地点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VARCHAR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非空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丢失/拾取位置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36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VARCHAR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受控枚举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丢失/已认领/待处理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36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创建时间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DATETIME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非空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记录生成时间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36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更新时间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DATETIME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自动更新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最后修改时间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0400" y="5726218"/>
            <a:ext cx="10871200" cy="572982"/>
          </a:xfrm>
          <a:prstGeom prst="roundRect">
            <a:avLst>
              <a:gd name="adj" fmla="val 17731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5840518"/>
            <a:ext cx="10566400" cy="3443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💡</a:t>
            </a: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 当前设计以简洁性优先，未加入图片或声音等多模态字段。如有需要可后续扩展。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接口分工与行为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发布接口：验证输入完整性后写入新失物/招领记录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列表接口：返回数据库中当前全部记录（无分页）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搜索接口：组合关键词与类别条件过滤结果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更新接口：将指定记录的状态标记为“已认领”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搜索策略：关键词匹配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04828"/>
            <a:ext cx="405384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原型采用关键词匹配，便于解释结果和定位问题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语义检索作为备选方向，尚未实施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当前方案可能遗漏同义表述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未对比关键词与语义搜索的准确率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17440" y="1304828"/>
          <a:ext cx="6614160" cy="39194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4720"/>
                <a:gridCol w="2204720"/>
                <a:gridCol w="2204720"/>
              </a:tblGrid>
              <a:tr h="7838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维度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关键词匹配（已实施）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语义检索（未实施）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38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可解释性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高，结果可溯源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低，黑箱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38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调试难度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低，直接调整词表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高，需模型调优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38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同义表达覆盖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有限，依赖词表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广，可泛化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38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实施成本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低，快速上线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高，需语料和训练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状态处理机制的未验证边界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记录状态分为待认领与已认领，由人工核验后更新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重复发布依赖人工发现并处理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尚未验证：并发更新冲突、误操作恢复、恶意认领防护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数据边界与隐私：测试集的虚构设定与未来合规缺口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测试集所有物品均为虚构，未涉及真实姓名、手机号或身份凭证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真实部署前，隐私说明、数据保留规则与删除流程尚未设计验收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个人贡献范围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53340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负责页面开发、发布和搜索接口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完成本地数据准备及基本功能测试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未提供团队规模、工时或开发周期数据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7600" y="1355628"/>
            <a:ext cx="5334000" cy="3817844"/>
          </a:xfrm>
          <a:prstGeom prst="roundRect">
            <a:avLst>
              <a:gd name="adj" fmla="val 2661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0" y="1469928"/>
            <a:ext cx="5029200" cy="3589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本页仅陈述已验证的个人工作范围，不包含未提供的人力投入数据。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88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功能验收测试设计：12条记录分布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0400" y="1476375"/>
          <a:ext cx="5245100" cy="48228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2550"/>
                <a:gridCol w="2622550"/>
              </a:tblGrid>
              <a:tr h="160760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数量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760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待认领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760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已认领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86500" y="1476375"/>
          <a:ext cx="5245100" cy="48228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1268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功能观察结果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2106437"/>
            <a:ext cx="10871200" cy="29654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本地手动检查：输入记录可保存并显示在列表中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查询结果能显示对应记录，状态标签与测试数据一致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未记录逐条通过率、覆盖率、请求耗时或错误率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无匹配场景验证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21627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虚构查询不存在的物品时，页面展示空结果提示（本地手动观察）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未覆盖边界：超长输入、特殊字符、异常网络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3721575"/>
            <a:ext cx="10871200" cy="1451897"/>
          </a:xfrm>
          <a:prstGeom prst="roundRect">
            <a:avLst>
              <a:gd name="adj" fmla="val 6997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3835875"/>
            <a:ext cx="10566400" cy="12232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当前结果仅基于手动观察，不代表完整查询边界测试。后续需补充三项边界用例。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内容展示一致性：同一列表样式，无满意度数据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普通查询与分类筛选共用同一列表样式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详情页保留完整描述、类别与地点信息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当前素材不含可用性评分或用户满意度指标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7600" y="533400"/>
            <a:ext cx="53340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方法取舍与代价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1304828"/>
            <a:ext cx="533400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优先关键词检索与状态管理，减少对图片和语义服务依赖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用户需自行选择关键词，身份仍需人工判断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该取舍为设计解释，非经实验验证的最优结论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BDC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A8B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C9D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风险清单：已识别五类风险，均缺少发生频率与损失数据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29119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描述可能不完整：寻物信息缺少关键特征，检索时难以准确定位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用户可能使用不同称呼：同一物品存在多种叫法，按关键词匹配可能漏召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状态可能更新不及时：物品状态变化后记录未同步，与实际不一致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重复记录可能影响判断：同一物品被多次发布，难以确认唯一有效记录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人工认领核验可能误判：缺少客观凭证时，认领环节依赖人工判断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400" y="4470781"/>
            <a:ext cx="10871200" cy="702691"/>
          </a:xfrm>
          <a:prstGeom prst="roundRect">
            <a:avLst>
              <a:gd name="adj" fmla="val 14458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585081"/>
            <a:ext cx="10566400" cy="4740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以上风险均为定性描述，没有真实发生频率或损失数据；在补充数据前按待验证假设处理，不做影响量化。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3520440" cy="576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待开展的验证工作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4040" y="533400"/>
            <a:ext cx="7147560" cy="576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补充异常输入与网络中断恢复测试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设计同义词查询案例（覆盖不同称呼）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检查误操作的恢复流程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结论与下一步建议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18073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原型已连接发布、检索和状态展示的基本流程，本地虚构数据可用于演示。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真实用户价值、规模化性能及完整安全性仍待验证。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进一步决策需要真实使用反馈与异常场景测试结果。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366150"/>
            <a:ext cx="10871200" cy="18073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补充异常输入测试、网络中断恢复观察和用户可用性测试。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设计同义词查询案例；检查误操作的恢复流程。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均属计划，未指定完成日期、预算或达标阈值。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