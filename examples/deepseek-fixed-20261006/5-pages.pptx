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今天汇报的课题是校园失物招领原型验证。我们从一个非常具体的问题出发：学生找东西得翻遍群聊，信息重复且无统一状态。这个原型只做三件事——发布、检索、更新状态，不做图像识别或智能匹配。所有测试数据都是人工构造的12条记录，不是真实业务成绩。接下来我们看看为什么选关键词搜索这样朴素的方法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学生寻找失物需翻遍多个群聊，认领后消息仍被转发——缺乏统一入口</a:t>
            </a:r>
          </a:p>
          <a:p>
            <a:r>
              <a:t>[S1:3] validation.txt 第 3 段：学生在不同群聊发布失物和招领消息，历史消息需要逐条翻阅</a:t>
            </a:r>
          </a:p>
          <a:p>
            <a:r>
              <a:t>原型聚焦发布、分类检索与状态更新三环节，不覆盖图像与智能匹配</a:t>
            </a:r>
          </a:p>
          <a:p>
            <a:r>
              <a:t>[S1:4] validation.txt 第 4 段：原型包含文字描述、物品类别、拾取地点、记录状态。未实现图片相似度检索</a:t>
            </a:r>
          </a:p>
          <a:p>
            <a:r>
              <a:t>所有演示数据来源于人工构造的12条本地记录，不代表真实业务成绩</a:t>
            </a:r>
          </a:p>
          <a:p>
            <a:r>
              <a:t>[S1:2] validation.txt 第 2 段：所有数值只用于验证PPT生成，不得推断真实用户、效率提升、商业收益或上线日期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听众：项目评审老师，熟悉项目背景，关注个人贡献、证据可信和尚未解决的问题。</a:t>
            </a:r>
          </a:p>
          <a:p>
            <a:r>
              <a:t>全篇主线：从真实校园信息碎片化问题出发，展示一套范围明确、取舍有理、边界清晰的纯原型验证，并指出下一步可讨论的缺口。</a:t>
            </a:r>
          </a:p>
          <a:p>
            <a:r>
              <a:t>本页作用：开场，引出待解决的问题与范围</a:t>
            </a:r>
          </a:p>
          <a:p>
            <a:r>
              <a:t>建议用时：34 秒（需实际排练校准）</a:t>
            </a:r>
          </a:p>
          <a:p>
            <a:r>
              <a:t>衔接：接下来我们看原型如何实现这三步路径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聚焦方法取舍。因为原型阶段优先保证可解释和易调试，所以选择了关键词匹配，而不是更先进的语义检索。不过代价也很明显：用户需要猜对关键词，同义表达可能被漏掉。我们还没有跟语义检索做准确率对比，这个取舍本身是设计层面的判断，不是实验验证的最优结论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关键词匹配优先用于可解释性和调试便利性</a:t>
            </a:r>
          </a:p>
          <a:p>
            <a:r>
              <a:t>[S1:11] validation.txt 第 11 段：原型采用关键词匹配，便于解释结果和定位问题</a:t>
            </a:r>
          </a:p>
          <a:p>
            <a:r>
              <a:t>语义检索作为备选方向，尚未实施，未与关键词对比准确率</a:t>
            </a:r>
          </a:p>
          <a:p>
            <a:r>
              <a:t>[S1:11] validation.txt 第 11 段：语义检索作为备选方向，尚未实施。当前方案可能遗漏同义表述；没有对比关键词搜索与语义搜索的准确率</a:t>
            </a:r>
          </a:p>
          <a:p>
            <a:r>
              <a:t>当前方案可能遗漏同义表述，需要用户适配关键词的选择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听众：项目评审老师，熟悉项目背景，关注个人贡献、证据可信和尚未解决的问题。</a:t>
            </a:r>
          </a:p>
          <a:p>
            <a:r>
              <a:t>全篇主线：从真实校园信息碎片化问题出发，展示一套范围明确、取舍有理、边界清晰的纯原型验证，并指出下一步可讨论的缺口。</a:t>
            </a:r>
          </a:p>
          <a:p>
            <a:r>
              <a:t>本页作用：明确方法取舍及其代价</a:t>
            </a:r>
          </a:p>
          <a:p>
            <a:r>
              <a:t>建议用时：67 秒（需实际排练校准）</a:t>
            </a:r>
          </a:p>
          <a:p>
            <a:r>
              <a:t>衔接：那么这套方案在人工构造的数据上跑出了什么结果？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我们解释了为什么选择关键词搜索，现在来看它是否真的走得通。我们在本地构造了12条记录，覆盖了三类物品，8条待认领、4条已认领。实测发现，从发布到检索到状态更新这条路径的确可以走通。但请注意：搜索命中只是帮你缩小候选范围，最终归属还得靠人工核验。这套测试数据是构造出来的，不能代表真实用户行为或效率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12条虚构物品记录，8条待认领、4条已认领，覆盖证件、电子设备、日用品三类 — 待补充依据</a:t>
            </a:r>
          </a:p>
          <a:p>
            <a:r>
              <a:t>本地检查通过：发布后可见、关键词检索命中、状态标签正确</a:t>
            </a:r>
          </a:p>
          <a:p>
            <a:r>
              <a:t>[S1:16] validation.txt 第 16 段：功能观察：本地案例检查了输入记录能否保存、查询结果能否显示、状态标签是否与测试数据对应</a:t>
            </a:r>
          </a:p>
          <a:p>
            <a:r>
              <a:t>搜索命中仅缩小候选范围，不自动判定归属；核验仍需人工介入</a:t>
            </a:r>
          </a:p>
          <a:p>
            <a:r>
              <a:t>[S1:6] validation.txt 第 6 段：搜索命中不等于确认归属，系统不自动作出身份判断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听众：项目评审老师，熟悉项目背景，关注个人贡献、证据可信和尚未解决的问题。</a:t>
            </a:r>
          </a:p>
          <a:p>
            <a:r>
              <a:t>全篇主线：从真实校园信息碎片化问题出发，展示一套范围明确、取舍有理、边界清晰的纯原型验证，并指出下一步可讨论的缺口。</a:t>
            </a:r>
          </a:p>
          <a:p>
            <a:r>
              <a:t>本页作用：呈现验证证据，表明功能路径通畅，同时明确其局限性</a:t>
            </a:r>
          </a:p>
          <a:p>
            <a:r>
              <a:t>建议用时：67 秒（需实际排练校准）</a:t>
            </a:r>
          </a:p>
          <a:p>
            <a:r>
              <a:t>衔接：既然路径可走，哪些地方还值得质疑？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聚焦于区分哪些工作已经完成、哪些仍待验证。左侧是已实现的部分：页面开发、发布检索接口和基本功能测试都是我个人完成的，角色设定也基于场景假设，未经用户访谈。右侧是未验证的风险：高并发更新、误操作恢复、恶意认领防护等在实际环境中都还没覆盖。这让我们清楚知道原型能走通，但离生产级还有明显缺口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已实现：页面开发、发布/检索/状态接口、本地数据准备与基本功能测试</a:t>
            </a:r>
          </a:p>
          <a:p>
            <a:r>
              <a:t>[S1:14] validation.txt 第 14 段：场景设定中的开发者完成页面开发、发布和搜索接口、本地数据准备及基本功能测试</a:t>
            </a:r>
          </a:p>
          <a:p>
            <a:r>
              <a:t>未验证：高并发、误操作恢复、恶意认领防护、异常输入覆盖</a:t>
            </a:r>
          </a:p>
          <a:p>
            <a:r>
              <a:t>[S1:17] validation.txt 第 17 段：超长输入、特殊字符和异常网络情况仍需补充测试</a:t>
            </a:r>
          </a:p>
          <a:p>
            <a:r>
              <a:t>用户角色合理性未经用户访谈验证</a:t>
            </a:r>
          </a:p>
          <a:p>
            <a:r>
              <a:t>[S1:5] validation.txt 第 5 段：上述角色来自场景设定，尚未通过用户访谈验证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听众：项目评审老师，熟悉项目背景，关注个人贡献、证据可信和尚未解决的问题。</a:t>
            </a:r>
          </a:p>
          <a:p>
            <a:r>
              <a:t>全篇主线：从真实校园信息碎片化问题出发，展示一套范围明确、取舍有理、边界清晰的纯原型验证，并指出下一步可讨论的缺口。</a:t>
            </a:r>
          </a:p>
          <a:p>
            <a:r>
              <a:t>本页作用：厘清贡献与未完成工作的界限</a:t>
            </a:r>
          </a:p>
          <a:p>
            <a:r>
              <a:t>建议用时：66 秒（需实际排练校准）</a:t>
            </a:r>
          </a:p>
          <a:p>
            <a:r>
              <a:t>衔接：总结这幅图景之后，我们该讨论什么？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后一页，我们希望把讨论引向下一步。原型已经跑通了从发布到认领的完整路径，可以演示给感兴趣的人看，但说实话——所有测试数据都是手工造的，我们没有真实的用户反馈或性能压力测试。真正的问题是：如果想要在实际环境中用起来，身份验证怎么做？绑定学号太复杂，不绑又怕冒领。所以这里留了一个开放问题——大家可以想想有没有轻量级的信任机制？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原型已连接发布、检索和状态展示的基本流程，可用于演示</a:t>
            </a:r>
          </a:p>
          <a:p>
            <a:r>
              <a:t>[S1:23] validation.txt 第 23 段：原型已连接发布、检索和状态展示的基本流程，本地虚构数据可用于演示</a:t>
            </a:r>
          </a:p>
          <a:p>
            <a:r>
              <a:t>真实用户价值、规模化性能及完整安全性仍需后续研究</a:t>
            </a:r>
          </a:p>
          <a:p>
            <a:r>
              <a:t>[S1:23] validation.txt 第 23 段：真实用户价值、规模化性能及完整安全性仍待验证</a:t>
            </a:r>
          </a:p>
          <a:p>
            <a:r>
              <a:t>【待补充】计划中同类词测试、可用性测试、误操作恢复的达标阈值尚未设定 — 待补充依据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听众：项目评审老师，熟悉项目背景，关注个人贡献、证据可信和尚未解决的问题。</a:t>
            </a:r>
          </a:p>
          <a:p>
            <a:r>
              <a:t>全篇主线：从真实校园信息碎片化问题出发，展示一套范围明确、取舍有理、边界清晰的纯原型验证，并指出下一步可讨论的缺口。</a:t>
            </a:r>
          </a:p>
          <a:p>
            <a:r>
              <a:t>本页作用：收尾，总结现状并抛出一个开放问题引导讨论</a:t>
            </a:r>
          </a:p>
          <a:p>
            <a:r>
              <a:t>建议用时：66 秒（需实际排练校准）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1382566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校园失物找得到吗？一个关键词检索原型的验证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2153995"/>
            <a:ext cx="10871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校园失物招领平台：虚构软件验收材料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763595"/>
            <a:ext cx="5334000" cy="874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学生需翻遍多个群聊查找失物，认领后消息仍被转发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缺少统一入口：发布、检索与状态跟踪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2763595"/>
            <a:ext cx="5334000" cy="874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原型聚焦：发布、分类检索、状态更新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未实现：图片识别、智能匹配、支付、跨校区推荐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968571"/>
            <a:ext cx="3698240" cy="863600"/>
          </a:xfrm>
          <a:prstGeom prst="rect">
            <a:avLst/>
          </a:prstGeom>
          <a:noFill/>
        </p:spPr>
        <p:txBody>
          <a:bodyPr wrap="square" anchor="t" lIns="0" rIns="0" tIns="0" bIns="0">
            <a:normAutofit fontScale="75405" lnSpcReduction="10000"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12条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人工构造测试记录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8条待认领，4条已认领；证件4、电子3、日用品5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7440" y="3790771"/>
            <a:ext cx="6614160" cy="1219200"/>
          </a:xfrm>
          <a:prstGeom prst="roundRect">
            <a:avLst>
              <a:gd name="adj" fmla="val 8333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69840" y="3905071"/>
            <a:ext cx="6309360" cy="990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以下项目、记录和测试结果均为人工构造的验收场景，不代表真实业务成绩。所有数值只用于验证PPT生成，不得推断真实用户、效率提升、商业收益或上线日期。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为什么选择关键词搜索而非语义检索？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5334000" cy="21627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可解释性强，便于调试与定位问题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无需外部服务，降低系统依赖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7600" y="1355628"/>
            <a:ext cx="5334000" cy="21627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可能遗漏同义表述，需用户适配关键词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未与语义检索对比准确率（备选方向，尚未实施）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0400" y="3721575"/>
            <a:ext cx="10871200" cy="1451897"/>
          </a:xfrm>
          <a:prstGeom prst="roundRect">
            <a:avLst>
              <a:gd name="adj" fmla="val 6997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3835875"/>
            <a:ext cx="10566400" cy="12232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此取舍基于设计解释，非经实验验证的最优结论。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本地验证核心路径：发布→检索→状态更新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533428"/>
            <a:ext cx="4978400" cy="18528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12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构造测试记录（条）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覆盖证件、电子设备、日用品三类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5400" y="1533428"/>
            <a:ext cx="4978400" cy="1852807"/>
          </a:xfrm>
          <a:prstGeom prst="rect">
            <a:avLst/>
          </a:prstGeom>
          <a:noFill/>
        </p:spPr>
        <p:txBody>
          <a:bodyPr wrap="square" anchor="t" lIns="0" rIns="0" tIns="0" bIns="0">
            <a:normAutofit fontScale="100000" lnSpcReduction="3256"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8 待认领 / 4 已认领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状态分布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用于检查状态标签与更新流程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767235"/>
            <a:ext cx="10871200" cy="163863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拾获者填写描述与类别 → 记录保存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失主通过关键词和分类筛选候选物品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线下人工核验身份 → 状态更新为已认领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400" y="5609073"/>
            <a:ext cx="10871200" cy="690127"/>
          </a:xfrm>
          <a:prstGeom prst="roundRect">
            <a:avLst>
              <a:gd name="adj" fmla="val 14721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5723373"/>
            <a:ext cx="10566400" cy="4615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搜索命中仅缩小候选范围，不自动判定归属；核验仍需人工介入。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53340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已实现 vs 未验证：边界在哪里？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923857"/>
            <a:ext cx="5334000" cy="3300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页面开发、发布/检索/状态接口、本地数据准备与基本功能测试——已由个人完成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用户角色（失主、拾获者、管理员）来自场景设定，尚未经用户访谈验证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7600" y="533400"/>
            <a:ext cx="5334000" cy="576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高并发更新、误操作恢复、恶意认领防护——均未验证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超长输入、特殊字符、异常网络等查询边界未覆盖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一个可讨论的问题：不绑定身份，如何提高认领可信度？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04828"/>
            <a:ext cx="5359400" cy="250539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原型已连接发布、检索和状态展示的基本流程，本地虚构数据可用于演示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真实用户价值、规模化性能及完整安全性仍待验证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待开展：异常输入测试、网络中断恢复观察、用户可用性测试与同义词查询案例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0" y="1482628"/>
            <a:ext cx="5003800" cy="214979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核心路径可演示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当前阶段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基于人工构造测试数据，不代表真实用户效率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0400" y="3962623"/>
          <a:ext cx="10871200" cy="157457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23733"/>
                <a:gridCol w="3623733"/>
                <a:gridCol w="3623734"/>
              </a:tblGrid>
              <a:tr h="39364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评估维度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建议指标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当前状态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64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用户是否找到目标记录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搜索命中率 + 人工确认率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未设定基线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64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是否理解状态标签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任务后问卷理解题正确率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未设定基线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64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任务中遇到的阻碍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用时/错误路径/求助次数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未设定基线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60400" y="5689600"/>
            <a:ext cx="10871200" cy="609600"/>
          </a:xfrm>
          <a:prstGeom prst="roundRect">
            <a:avLst>
              <a:gd name="adj" fmla="val 16666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5803900"/>
            <a:ext cx="105664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各项均属计划，未指定完成日期、预算、负责人数量或达标阈值。不能声称节省时间或提高成功率。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