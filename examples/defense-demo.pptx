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演示模式：本页由规则摘录生成，未调用语言模型。建议讲述约 50 秒。讲解材料中的事实，并明确待补充内容。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背景：校园失物信息分散在多个群聊中，检索和认领不方便</a:t>
            </a:r>
          </a:p>
          <a:p>
            <a:r>
              <a:t>[S1:2] 粘贴材料 第 2 段：背景：校园失物信息分散在多个群聊中，检索和认领不方便</a:t>
            </a:r>
          </a:p>
          <a:p>
            <a:r>
              <a:t>【待补充】背景与目标的验证依据与边界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演示模式：本页由规则摘录生成，未调用语言模型。建议讲述约 50 秒。讲解材料中的事实，并明确待补充内容。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问题：本项目希望验证统一发布入口与关键词检索是否便于查找物品</a:t>
            </a:r>
          </a:p>
          <a:p>
            <a:r>
              <a:t>[S1:3] 粘贴材料 第 3 段：问题：本项目希望验证统一发布入口与关键词检索是否便于查找物品</a:t>
            </a:r>
          </a:p>
          <a:p>
            <a:r>
              <a:t>【待补充】问题与需求的验证依据与边界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演示模式：本页由规则摘录生成，未调用语言模型。建议讲述约 50 秒。讲解材料中的事实，并明确待补充内容。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方案：提供物品发布、分类筛选、关键词搜索和认领状态管理</a:t>
            </a:r>
          </a:p>
          <a:p>
            <a:r>
              <a:t>[S1:4] 粘贴材料 第 4 段：方案：提供物品发布、分类筛选、关键词搜索和认领状态管理</a:t>
            </a:r>
          </a:p>
          <a:p>
            <a:r>
              <a:t>【待补充】方案设计的验证依据与边界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演示模式：本页由规则摘录生成，未调用语言模型。建议讲述约 50 秒。讲解材料中的事实，并明确待补充内容。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实现：前端使用 React，后端使用 FastAPI，数据存储在 PostgreSQL</a:t>
            </a:r>
          </a:p>
          <a:p>
            <a:r>
              <a:t>[S1:5] 粘贴材料 第 5 段：实现：前端使用 React，后端使用 FastAPI，数据存储在 PostgreSQL</a:t>
            </a:r>
          </a:p>
          <a:p>
            <a:r>
              <a:t>演示中的个人分工为页面开发和搜索接口实现</a:t>
            </a:r>
          </a:p>
          <a:p>
            <a:r>
              <a:t>[S1:5] 粘贴材料 第 5 段：演示中的个人分工为页面开发和搜索接口实现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演示模式：本页由规则摘录生成，未调用语言模型。建议讲述约 50 秒。讲解材料中的事实，并明确待补充内容。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结果：目前已完成发布、搜索和状态更新的本地功能验证</a:t>
            </a:r>
          </a:p>
          <a:p>
            <a:r>
              <a:t>[S1:6] 粘贴材料 第 6 段：结果：目前已完成发布、搜索和状态更新的本地功能验证</a:t>
            </a:r>
          </a:p>
          <a:p>
            <a:r>
              <a:t>尚未进行真实用户测试，没有效率提升比例或用户增长数据</a:t>
            </a:r>
          </a:p>
          <a:p>
            <a:r>
              <a:t>[S1:6] 粘贴材料 第 6 段：尚未进行真实用户测试，没有效率提升比例或用户增长数据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演示模式：本页由规则摘录生成，未调用语言模型。建议讲述约 50 秒。讲解材料中的事实，并明确待补充内容。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不足：尚未接入图片相似度检索，认领身份核验仍需人工处理</a:t>
            </a:r>
          </a:p>
          <a:p>
            <a:r>
              <a:t>[S1:7] 粘贴材料 第 7 段：不足：尚未接入图片相似度检索，认领身份核验仍需人工处理</a:t>
            </a:r>
          </a:p>
          <a:p>
            <a:r>
              <a:t>下一步计划补充可用性测试与异常输入测试</a:t>
            </a:r>
          </a:p>
          <a:p>
            <a:r>
              <a:t>[S1:7] 粘贴材料 第 7 段：下一步计划补充可用性测试与异常输入测试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背景：校园失物信息分散在多个群聊中，检索和认领不方便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【待补充】背景与目标的验证依据与边界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问题：本项目希望验证统一发布入口与关键词检索是否便于查找物品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【待补充】问题与需求的验证依据与边界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方案：提供物品发布、分类筛选、关键词搜索和认领状态管理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【待补充】方案设计的验证依据与边界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实现：前端使用 React，后端使用 FastAPI，数据存储在 PostgreSQL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演示中的个人分工为页面开发和搜索接口实现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结果：目前已完成发布、搜索和状态更新的本地功能验证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尚未进行真实用户测试，没有效率提升比例或用户增长数据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不足：尚未接入图片相似度检索，认领身份核验仍需人工处理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下一步计划补充可用性测试与异常输入测试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