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测试记录数量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Sheet1!$A$2:$A$4</c:f>
              <c:strCache>
                <c:ptCount val="3"/>
                <c:pt idx="0">
                  <c:v>日用品</c:v>
                </c:pt>
                <c:pt idx="1">
                  <c:v>证件</c:v>
                </c:pt>
                <c:pt idx="2">
                  <c:v>电子设备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 i="0">
                <a:solidFill>
                  <a:srgbClr val="59687B"/>
                </a:solidFill>
                <a:latin typeface="Arial"/>
                <a:ea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DE4EE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sz="1100" b="0" i="0">
                    <a:solidFill>
                      <a:srgbClr val="59687B"/>
                    </a:solidFill>
                    <a:latin typeface="Arial"/>
                    <a:ea typeface="微软雅黑"/>
                  </a:rPr>
                  <a:t>条</a:t>
                </a:r>
              </a:p>
            </c:rich>
          </c:tx>
          <c:layout/>
          <c:overlay val="0"/>
        </c:title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 b="0" i="0">
                <a:solidFill>
                  <a:srgbClr val="59687B"/>
                </a:solidFill>
                <a:latin typeface="Arial"/>
                <a:ea typeface="微软雅黑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100" b="0" i="0">
          <a:solidFill>
            <a:srgbClr val="59687B"/>
          </a:solidFill>
          <a:latin typeface="Arial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各位评审老师好，本次汇报的主题是校园失物招领平台的 API 验收。目前校园群聊中失物信息碎片化、重复且缺乏分类，因此我们需要构建一个统一的原型系统来集中管理。但在此也向各位明确项目的边界：现阶段我们暂未引入图片搜索等复杂功能，且角色预设仍有待真实用户的验证。针对上述业务痛点，我们设计了基础的技术架构来支撑信息流转的核心流程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现有群聊信息分散，需逐条翻阅且缺乏统一分类，已认领物品易被继续转发。</a:t>
            </a:r>
          </a:p>
          <a:p>
            <a:r>
              <a:t>[S1:3] validation.txt 第 3 段：历史消息需要逐条翻阅。相同物品可能重复发布，消息缺少统一分类，已经认领的物品仍可能被继续转发。</a:t>
            </a:r>
          </a:p>
          <a:p>
            <a:r>
              <a:t>构建统一入口整合发布、浏览、检索与状态管理，暂不含图片相似度检索与实时聊天。</a:t>
            </a:r>
          </a:p>
          <a:p>
            <a:r>
              <a:t>[S1:4] validation.txt 第 4 段：构建统一的发布、浏览、检索和认领状态入口。原型包含文字描述、物品类别、拾取地点、记录状态。未实现图片相似度检索、智能身份识别、支付、实时聊天和跨校区推荐。</a:t>
            </a:r>
          </a:p>
          <a:p>
            <a:r>
              <a:t>原型围绕失主、拾获者与管理员设定基础任务路径，尚未通过真实用户访谈验证。</a:t>
            </a:r>
          </a:p>
          <a:p>
            <a:r>
              <a:t>[S1:5] validation.txt 第 5 段：失主需要找到候选物品并核实详情；拾获者需要发布线索和更新状态；管理员需要处理重复或不当记录。上述角色来自场景设定，尚未通过用户访谈验证。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听众：项目评审老师，具备一定的技术背景，重点考察研究问题的清晰度、技术方法取舍的合理性、已验证的结果以及对项目局限性的客观认知。</a:t>
            </a:r>
          </a:p>
          <a:p>
            <a:r>
              <a:t>全篇主线：聚焦校园失物招领场景，阐述基础原型的架构实现与方法取舍，客观呈现已验证的核心流程与尚未验证的技术边界。</a:t>
            </a:r>
          </a:p>
          <a:p>
            <a:r>
              <a:t>本页作用：Opening</a:t>
            </a:r>
          </a:p>
          <a:p>
            <a:r>
              <a:t>建议用时：34 秒（需实际排练校准）</a:t>
            </a:r>
          </a:p>
          <a:p>
            <a:r>
              <a:t>衔接：针对上述业务痛点，我们设计了基础的技术架构来支撑信息流转的核心流程。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各位评审老师好。本页展示了系统原型的业务流转全景。首先从 React 端接收用户交互，请求流转到 FastAPI 后端，处理从发布、检索到状态更新的完整闭环，最终落盘在 PostgreSQL 的 8 个核心字段模型中。同时，需在此说明两点目前的边界局限：一是由于现阶段聚焦走通核心逻辑，系统依然是单实例部署，还未进行负载性能压测；二是采用了常规的关系数据库检索，暂未引入向量检索等外部服务。这也是我们后续进一步优化的方向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前端采用 React 处理交互，后端由 FastAPI 提供发布、检索等接口，PostgreSQL 负责持久化存储。</a:t>
            </a:r>
          </a:p>
          <a:p>
            <a:r>
              <a:t>[S1:8] validation.txt 第 8 段：前端使用React处理表单和列表交互，后端使用FastAPI提供接口，PostgreSQL存储记录。</a:t>
            </a:r>
          </a:p>
          <a:p>
            <a:r>
              <a:t>核心数据模型包含 id、标题、描述、类别、状态等八个字段，类别与状态作为受约束字段管理。</a:t>
            </a:r>
          </a:p>
          <a:p>
            <a:r>
              <a:t>[S1:9] validation.txt 第 9 段：物品记录包含id、标题、描述、类别、地点、状态、创建时间与更新时间。类别和状态为受约束字段。</a:t>
            </a:r>
          </a:p>
          <a:p>
            <a:r>
              <a:t>原型打通了发布接口写入记录、搜索接口组合条件查询，以及更新接口修改认领状态的核心业务分工。</a:t>
            </a:r>
          </a:p>
          <a:p>
            <a:r>
              <a:t>[S1:10] validation.txt 第 10 段：发布接口检查输入并写入记录；列表接口返回当前记录；搜索接口组合关键词与类别条件；更新接口修改认领状态。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听众：项目评审老师，具备一定的技术背景，重点考察研究问题的清晰度、技术方法取舍的合理性、已验证的结果以及对项目局限性的客观认知。</a:t>
            </a:r>
          </a:p>
          <a:p>
            <a:r>
              <a:t>全篇主线：聚焦校园失物招领场景，阐述基础原型的架构实现与方法取舍，客观呈现已验证的核心流程与尚未验证的技术边界。</a:t>
            </a:r>
          </a:p>
          <a:p>
            <a:r>
              <a:t>本页作用：技术架构与模型说明</a:t>
            </a:r>
          </a:p>
          <a:p>
            <a:r>
              <a:t>建议用时：67 秒（需实际排练校准）</a:t>
            </a:r>
          </a:p>
          <a:p>
            <a:r>
              <a:t>衔接：在完成底层架构搭建后，我们采用了特定的数据策略对功能流程进行了本地验收。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审老师，本页重点汇报基础原型的数据验证方案与方法取舍。由于目前处于前期阶段，左侧展示了我们利用12条手工构造的本地数据进行的类别测试分布。观察确认该批数据走通了信息发布、筛选和状态更新的核心闭环。在搜索策略上，我们评估后决定暂缓语义检索，优先采用关键词匹配，这对快速定位检索失败的原因更有利。不过我们也充分意识到该方案的局限性：不仅同义词召回可能有遗漏，系统也暂未开展自动化并发和性能方面的测试指标建设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功能验收基于本地构造的12条测试记录，包含8条待认领与4条已认领数据，覆盖三类物品类别。</a:t>
            </a:r>
          </a:p>
          <a:p>
            <a:r>
              <a:t>[S1:15] validation.txt 第 15 段：在本地构造12条物品记录，用于检查发布后可见、关键词检索和状态展示。测试记录中8条为待认领，4条为已认领。</a:t>
            </a:r>
          </a:p>
          <a:p>
            <a:r>
              <a:t>本地验证确认了输入记录可保存、基于分类与关键词查询结果可显示，以及状态标签的对应准确性。</a:t>
            </a:r>
          </a:p>
          <a:p>
            <a:r>
              <a:t>[S1:16] validation.txt 第 16 段：本地案例检查了输入记录能否保存、查询结果能否显示、状态标签是否与测试数据对应。</a:t>
            </a:r>
          </a:p>
          <a:p>
            <a:r>
              <a:t>优先实现关键词检索以便于定位问题与解释结果；因暂缓实施语义检索，当前方案可能遗漏同义表述。</a:t>
            </a:r>
          </a:p>
          <a:p>
            <a:r>
              <a:t>[S1:11] validation.txt 第 11 段：原型采用关键词匹配，便于解释结果和定位问题。语义检索作为备选方向，尚未实施。当前方案可能遗漏同义表述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听众：项目评审老师，具备一定的技术背景，重点考察研究问题的清晰度、技术方法取舍的合理性、已验证的结果以及对项目局限性的客观认知。</a:t>
            </a:r>
          </a:p>
          <a:p>
            <a:r>
              <a:t>全篇主线：聚焦校园失物招领场景，阐述基础原型的架构实现与方法取舍，客观呈现已验证的核心流程与尚未验证的技术边界。</a:t>
            </a:r>
          </a:p>
          <a:p>
            <a:r>
              <a:t>本页作用：验证设计与方法取舍</a:t>
            </a:r>
          </a:p>
          <a:p>
            <a:r>
              <a:t>建议用时：67 秒（需实际排练校准）</a:t>
            </a:r>
          </a:p>
          <a:p>
            <a:r>
              <a:t>衔接：尽管基础流程在本地得以跑通，但由于是单实例原型，我们仍需明确客观存在的技术边界。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审老师，在展示完核心流程之后，这里客观汇报当前原型存在的局限与边界。首先是性能维度，目前跑通的是单实例原型，还未经过负载压测验证；其次是状态流转环节，并发冲突与防恶意认领机制尚未实现，目前只能依赖人工核实；最后，在测试覆盖面上，我们尚未涵盖超长输入或异常网络等边界条件。基于这些已知局限，我们确立了下一步的评估维度与验证计划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当前仅为单实例原型，尚未进行负载测试，无法提供高并发性能表现的数据保证。</a:t>
            </a:r>
          </a:p>
          <a:p>
            <a:r>
              <a:t>[S1:8] validation.txt 第 8 段：当前为单实例原型，尚未进行负载测试，不声称具备高并发性能。</a:t>
            </a:r>
          </a:p>
          <a:p>
            <a:r>
              <a:t>状态流转依赖人工核验，系统层面尚未验证并发更新冲突、误操作恢复及防恶意认领机制。</a:t>
            </a:r>
          </a:p>
          <a:p>
            <a:r>
              <a:t>[S1:12] validation.txt 第 12 段：人工核验后再更新状态；重复发布通过人工发现和处理。尚未验证并发更新冲突、误操作恢复和恶意认领防护。</a:t>
            </a:r>
          </a:p>
          <a:p>
            <a:r>
              <a:t>当前测试未覆盖超长输入、特殊字符及异常网络情况等边界查询条件。</a:t>
            </a:r>
          </a:p>
          <a:p>
            <a:r>
              <a:t>[S1:17] validation.txt 第 17 段：超长输入、特殊字符和异常网络情况仍需补充测试。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听众：项目评审老师，具备一定的技术背景，重点考察研究问题的清晰度、技术方法取舍的合理性、已验证的结果以及对项目局限性的客观认知。</a:t>
            </a:r>
          </a:p>
          <a:p>
            <a:r>
              <a:t>全篇主线：聚焦校园失物招领场景，阐述基础原型的架构实现与方法取舍，客观呈现已验证的核心流程与尚未验证的技术边界。</a:t>
            </a:r>
          </a:p>
          <a:p>
            <a:r>
              <a:t>本页作用：明确贡献边界与局限</a:t>
            </a:r>
          </a:p>
          <a:p>
            <a:r>
              <a:t>建议用时：66 秒（需实际排练校准）</a:t>
            </a:r>
          </a:p>
          <a:p>
            <a:r>
              <a:t>衔接：基于这些已知局限，我们确立了下一步的评估维度与验证计划。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审老师，最后是对当前原型的验收结论与我们的后续规划。如左侧结论所述，原型的核心进展在于成功闭环了发布与检索的基础流程，并通过本地数据完成了有效演示。但右侧也客观列出了我们的局限：真实场景的性能与容错度仍处于验证阶段。下一阶段，我们将重点引入可用性测试与异常网络场景的测试用例。在指标上，我们建议追踪用户的任务完成率和耗时，由于缺少历史基线数据，我们现阶段不会做出虚构的性能提升承诺。以上为本次原型的验收汇报，感谢各位评审老师的聆听，期待您的批评与指正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基础原型已成功连接发布、检索和状态展示流程，通过本地虚构数据完成了初步逻辑演示。</a:t>
            </a:r>
          </a:p>
          <a:p>
            <a:r>
              <a:t>[S1:23] validation.txt 第 23 段：原型已连接发布、检索和状态展示的基本流程，本地虚构数据可用于演示。</a:t>
            </a:r>
          </a:p>
          <a:p>
            <a:r>
              <a:t>下一步重点计划开展网络中断恢复观察、可用性测试，并针对异常输入和同义词补充测试用例。</a:t>
            </a:r>
          </a:p>
          <a:p>
            <a:r>
              <a:t>[S1:21] validation.txt 第 21 段：补充异常输入测试、网络中断恢复观察和用户可用性测试；设计同义词查询案例</a:t>
            </a:r>
          </a:p>
          <a:p>
            <a:r>
              <a:t>建议后续引入核心任务完成率（用户是否成功找回）、对状态标签的理解度及任务耗时作为评估指标。</a:t>
            </a:r>
          </a:p>
          <a:p>
            <a:r>
              <a:t>[S1:22] validation.txt 第 22 段：后续可记录用户是否找到目标记录、是否理解状态标签、任务中遇到的阻碍，以及完成任务所需时间。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听众：项目评审老师，具备一定的技术背景，重点考察研究问题的清晰度、技术方法取舍的合理性、已验证的结果以及对项目局限性的客观认知。</a:t>
            </a:r>
          </a:p>
          <a:p>
            <a:r>
              <a:t>全篇主线：聚焦校园失物招领场景，阐述基础原型的架构实现与方法取舍，客观呈现已验证的核心流程与尚未验证的技术边界。</a:t>
            </a:r>
          </a:p>
          <a:p>
            <a:r>
              <a:t>本页作用：总结阶段成果并向评审征求建议</a:t>
            </a:r>
          </a:p>
          <a:p>
            <a:r>
              <a:t>建议用时：66 秒（需实际排练校准）</a:t>
            </a:r>
          </a:p>
          <a:p>
            <a:r>
              <a:t>衔接：以上为本次原型的验收汇报，感谢各位评审老师的聆听，期待您的批评与指正。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1821237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校园失物招领平台 API 验收汇报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2745065"/>
            <a:ext cx="5283200" cy="1645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业务痛点：群聊消息分散且无分类，需逐条翻阅，已认领物品常被重复转发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阶段目标：构建统一入口原型，整合信息发布、浏览、检索与认领状态管理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2745065"/>
            <a:ext cx="5283200" cy="1645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功能边界：当前未实现图片相似度检索、智能身份识别、支付与实时聊天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未验证假设：系统中的失主、拾获者等角色路径目前源于场景设定，尚待真实用户访谈验证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基于 React 与 FastAPI 的基础架构与业务流转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400" y="1457228"/>
            <a:ext cx="2224363" cy="3812487"/>
          </a:xfrm>
          <a:prstGeom prst="roundRect">
            <a:avLst>
              <a:gd name="adj" fmla="val 4567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609628"/>
            <a:ext cx="1919563" cy="35076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💻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1. 交互与接入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React 处理表单与列表交互，发起请求交由后端 FastAPI 处理接口控制。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87963" y="1457228"/>
            <a:ext cx="2224363" cy="3812487"/>
          </a:xfrm>
          <a:prstGeom prst="roundRect">
            <a:avLst>
              <a:gd name="adj" fmla="val 4567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363" y="1609628"/>
            <a:ext cx="1919563" cy="35076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⚙️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2. 核心业务流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发布接口校验写入，搜索接口组合条件，更新接口修改状态，形成流转闭环。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15525" y="1457228"/>
            <a:ext cx="2224363" cy="3812487"/>
          </a:xfrm>
          <a:prstGeom prst="roundRect">
            <a:avLst>
              <a:gd name="adj" fmla="val 4567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7925" y="1609628"/>
            <a:ext cx="1919563" cy="35076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🗄️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3. 持久化存储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业务数据下沉至 PostgreSQL，统一管理含类别、状态等 8 个受约束核心字段。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4688" y="1457228"/>
            <a:ext cx="3486912" cy="38124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待验证性能：当前系统为单实例原型，尚未进行负载测试，不具备高并发性能指标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方法取舍：当前依赖数据库基础条件组合查询，未引入向量数据库或外部检索服务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5283200" cy="18570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12条测试数据验证基础流程，关键词策略存在同义召回局限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60400" y="2593685"/>
          <a:ext cx="5283200" cy="370551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48400" y="533400"/>
            <a:ext cx="5283200" cy="3553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数据构造：本地生成12条记录（8条待认领、4条已认领）覆盖核心品类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功能验证：观察确认数据可成功保存、分类检索结果可视，且状态标签对应无误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策略取舍：现阶段选用关键词匹配，以降低解释成本并快速定位匹配问题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400" y="4290512"/>
            <a:ext cx="5283200" cy="882960"/>
          </a:xfrm>
          <a:prstGeom prst="roundRect">
            <a:avLst>
              <a:gd name="adj" fmla="val 11506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404812"/>
            <a:ext cx="4978400" cy="654360"/>
          </a:xfrm>
          <a:prstGeom prst="rect">
            <a:avLst/>
          </a:prstGeom>
          <a:noFill/>
        </p:spPr>
        <p:txBody>
          <a:bodyPr wrap="square" anchor="t" lIns="0" rIns="0" tIns="0" bIns="0">
            <a:normAutofit fontScale="77103" lnSpcReduction="10000"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技术边界说明：未实装语义检索可能导致同义表述遗漏。此为单实例原型功能观察，暂未涵盖自动覆盖率或接口耗时等性能验证。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当前原型系统的技术局限与待验证边界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400" y="1457228"/>
            <a:ext cx="3488267" cy="3614644"/>
          </a:xfrm>
          <a:prstGeom prst="roundRect">
            <a:avLst>
              <a:gd name="adj" fmla="val 2912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609628"/>
            <a:ext cx="3183467" cy="3309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⚙️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架构性能局限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当前为基于React、FastAPI和PostgreSQL的单实例原型，尚未进行负载测试，不声称具备高并发性能表现。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1867" y="1457228"/>
            <a:ext cx="3488267" cy="3614644"/>
          </a:xfrm>
          <a:prstGeom prst="roundRect">
            <a:avLst>
              <a:gd name="adj" fmla="val 2912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4267" y="1609628"/>
            <a:ext cx="3183467" cy="3309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⚠️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状态并发风险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记录流转依赖人工核验，系统层面尚未验证并发更新冲突处理、误操作恢复及防恶意认领等机制。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3333" y="1457228"/>
            <a:ext cx="3488267" cy="3614644"/>
          </a:xfrm>
          <a:prstGeom prst="roundRect">
            <a:avLst>
              <a:gd name="adj" fmla="val 2912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5733" y="1609628"/>
            <a:ext cx="3183467" cy="3309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🔍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边界测试缺口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无匹配场景目前仅通过本地手动观察验证。当前测试尚未覆盖超长输入、特殊字符及异常网络情况等边界查询条件。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52324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阶段性验证结论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52324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已实现：原型成功连接发布、检索和状态展示的基本流程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已验证：通过本地虚构数据完成基础业务逻辑的初步演示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明确边界：真实用户价值、规模化并发性能及完整安全性仍待验证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9200" y="533400"/>
            <a:ext cx="52324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限制及后续验证评估计划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9200" y="1355628"/>
            <a:ext cx="52324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5000"/>
              </a:lnSpc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待补充测试：异常输入容错、网络中断恢复观察及误操作恢复机制验证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用户侧验证：计划开展可用性测试，并设计同义词查询覆盖案例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建议评估指标：记录任务完成率（成功找回）、状态标签理解度及任务阻碍耗时</a:t>
            </a:r>
          </a:p>
          <a:p>
            <a:pPr marL="228600" indent="-228600">
              <a:lnSpc>
                <a:spcPct val="165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当前局限性：各项计划均未设定达标阈值，因缺乏基线数据无法做出提升效果的承诺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