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，今天汇报的开始，我想直接给出建议：暂不启动全校试点，而是先补两个关键测试——用户可用性测试和认领身份流程验证。请各位管理者确认三个决策：是否同意追加有限范围的可用性测试？是否批准认领流程的技术修改方案？以及是否设定一个明确的下一轮验收节点？接下来，我会用关键事实支撑这一建议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基于已有验证，建议先完成用户可用性测试与认领流程验证，再决定是否扩量。 — AI 推断，需核对</a:t>
            </a:r>
          </a:p>
          <a:p>
            <a:r>
              <a:t>需要您决定三项：是否追加有限范围可用性测试？是否批准认领流程的技术修改方案？是否设定下一轮验收节点？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听众：负责试点决策的管理者</a:t>
            </a:r>
          </a:p>
          <a:p>
            <a:r>
              <a:t>全篇主线：个人贡献、已验证结果与尚未验证的边界</a:t>
            </a:r>
          </a:p>
          <a:p>
            <a:r>
              <a:t>本页作用：开场抛出核心建议和决策请求，引导管理者进入决策模式。</a:t>
            </a:r>
          </a:p>
          <a:p>
            <a:r>
              <a:t>建议用时：28 秒（需实际排练校准）</a:t>
            </a:r>
          </a:p>
          <a:p>
            <a:r>
              <a:t>衔接：接下来让我们看看支撑这个建议的关键事实，即目前已实现的功能与已知缺口。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用两栏对比，把当前已确认的能力和还没跑通的边界摆在一起。左边是已实现的：发布、分类、搜索、状态更新，本地12条记录都验证过了。右边是未实现的：图片相似度搜索没做，认领身份还要人工确认——这个环节有纠纷风险。最重要的是，所有数据来自内部模拟，没有真实用户测过，不推荐在缺少测试的情况下直接扩量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已实现：失物发布、分类筛选、关键词搜索和状态更新，本地用12条记录验证了发布与检索。</a:t>
            </a:r>
          </a:p>
          <a:p>
            <a:r>
              <a:t>[S1:4] validation.txt 第 4 段：提供失物发布、分类筛选、关键词搜索和认领状态更新</a:t>
            </a:r>
          </a:p>
          <a:p>
            <a:r>
              <a:t>未实现：图片相似度搜索、认领身份仍需人工确认，目前无真实用户测试数据。</a:t>
            </a:r>
          </a:p>
          <a:p>
            <a:r>
              <a:t>[S1:7] validation.txt 第 7 段：认领身份仍需人工确认</a:t>
            </a:r>
          </a:p>
          <a:p/>
          <a:p>
            <a:r>
              <a:t>讲述提示（设计建议，不是事实来源）：</a:t>
            </a:r>
          </a:p>
          <a:p>
            <a:r>
              <a:t>听众：负责试点决策的管理者</a:t>
            </a:r>
          </a:p>
          <a:p>
            <a:r>
              <a:t>全篇主线：个人贡献、已验证结果与尚未验证的边界</a:t>
            </a:r>
          </a:p>
          <a:p>
            <a:r>
              <a:t>本页作用：呈现当前项目的核心事实，区分已确认的能力与尚未验证的边界。</a:t>
            </a:r>
          </a:p>
          <a:p>
            <a:r>
              <a:t>建议用时：55 秒（需实际排练校准）</a:t>
            </a:r>
          </a:p>
          <a:p>
            <a:r>
              <a:t>衔接：基于这些事实，我们可以比较两个选项：直接推广与先补测试的差异。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对比两个选项。左边是直接推广当前方案，已实现基本功能，但仅用12条记录验证过，没有真实用户，认领身份仍需人工确认——这是纠纷风险点。右边是先补可用性测试和异常输入测试，能降低风险并获得反馈，但需要额外2-3周。我的建议是优先选B，我们下一页看看具体风险和资源需求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选项A（当前方案投入推广）：已实现基础功能，但认领身份流程未完善、缺乏真实用户反馈。</a:t>
            </a:r>
          </a:p>
          <a:p>
            <a:r>
              <a:t>[S1:7] validation.txt 第 7 段：认领身份仍需人工确认</a:t>
            </a:r>
          </a:p>
          <a:p>
            <a:r>
              <a:t>选项B（先完成可用性测试和异常输入测试）：可降低认领纠纷风险，但需要额外时间与资源。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听众：负责试点决策的管理者</a:t>
            </a:r>
          </a:p>
          <a:p>
            <a:r>
              <a:t>全篇主线：个人贡献、已验证结果与尚未验证的边界</a:t>
            </a:r>
          </a:p>
          <a:p>
            <a:r>
              <a:t>本页作用：通过选项对比，突出先补测试的合理性，推动管理者选择B方案。</a:t>
            </a:r>
          </a:p>
          <a:p>
            <a:r>
              <a:t>建议用时：55 秒（需实际排练校准）</a:t>
            </a:r>
          </a:p>
          <a:p>
            <a:r>
              <a:t>衔接：那么选择B方案会带来哪些风险和资源需求？我们来看下一页。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⾥我们聚焦⻛险与资源。我们已经确认了核⼼瓶颈——认领身份验证仍需要⼈⼯判断，这直接带来滥⽤和纠纷的⻛险。右边列出了三个待验证假设：可⽤性测试能否在两周内拿到有⽤数据、团队是否有⼈⼒完成异常输⼊测试、认领流程修改的成本是否可控。这些假设需要在动⽤全⾯推⼴资源之前先回答清楚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主要风险：认领身份验证未自动化，可能导致滥用或纠纷【待补充】。 — 待补充依据</a:t>
            </a:r>
          </a:p>
          <a:p>
            <a:r>
              <a:t>待验证假设：可用性测试两周内能获取有效数据、团队有资源完成异常输入测试。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听众：负责试点决策的管理者</a:t>
            </a:r>
          </a:p>
          <a:p>
            <a:r>
              <a:t>全篇主线：个人贡献、已验证结果与尚未验证的边界</a:t>
            </a:r>
          </a:p>
          <a:p>
            <a:r>
              <a:t>本页作用：阐明风险中的确定性因素与需要验证的假设，为下一步行动计划提供依据。</a:t>
            </a:r>
          </a:p>
          <a:p>
            <a:r>
              <a:t>建议用时：54 秒（需实际排练校准）</a:t>
            </a:r>
          </a:p>
          <a:p>
            <a:r>
              <a:t>衔接：最后我们来看看如何将这些行动落实到具体任务与时间节点上。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，我们建议暂不扩量，而是先补三项测试。第一项可用性测试需要您批准方案和预算；第二项异常输入测试需要定义覆盖率；第三项认领流程修改是降低未来风险的必选动作。请决策：是否批准这三项的启动资源？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下阶段任务：可用性测试（策略待定义）、异常输入测试、认领流程技术修改方案。 — AI 推断，需核对</a:t>
            </a:r>
          </a:p>
          <a:p>
            <a:r>
              <a:t>验收标准待团队定义：如用户操作成功率、异常输入覆盖率等。 — 待补充依据</a:t>
            </a:r>
          </a:p>
          <a:p/>
          <a:p>
            <a:r>
              <a:t>讲述提示（设计建议，不是事实来源）：</a:t>
            </a:r>
          </a:p>
          <a:p>
            <a:r>
              <a:t>听众：负责试点决策的管理者</a:t>
            </a:r>
          </a:p>
          <a:p>
            <a:r>
              <a:t>全篇主线：个人贡献、已验证结果与尚未验证的边界</a:t>
            </a:r>
          </a:p>
          <a:p>
            <a:r>
              <a:t>本页作用：将决策转化为具体行动清单，明确需要管理者批准的下一步。</a:t>
            </a:r>
          </a:p>
          <a:p>
            <a:r>
              <a:t>建议用时：54 秒（需实际排练校准）</a:t>
            </a:r>
          </a:p>
          <a:p>
            <a:r>
              <a:t>衔接：总结：建议暂不扩量，优先补测；接下来需要您的三个决策。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前面的验证结果，我的核心建议是暂不扩大试点，优先补齐可用性测试和认领流程的验证。现在需要您对三个决策点表态：是否追加小规模可用性测试、是否批准认领流程的技术修改、以及是否设定两周后的复评节点。这些决定将直接影响我们下一步的资源投入和风险控制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核心建议：暂不全校试点，先完成可用性测试与认领流程验证。</a:t>
            </a:r>
          </a:p>
          <a:p>
            <a:r>
              <a:t>[S1:7] validation.txt 第 7 段：下一步计划补充异常输入测试和用户可用性测试，尚未实施</a:t>
            </a:r>
          </a:p>
          <a:p>
            <a:r>
              <a:t>三个决策请求：是否追加有限范围可用性测试？是否批准认领流程技术修改？是否设定下一轮验收节点？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听众：负责试点决策的管理者</a:t>
            </a:r>
          </a:p>
          <a:p>
            <a:r>
              <a:t>全篇主线：个人贡献、已验证结果与尚未验证的边界</a:t>
            </a:r>
          </a:p>
          <a:p>
            <a:r>
              <a:t>本页作用：收尾总结，聚焦决策请求，推动管理者做出实际决定。</a:t>
            </a:r>
          </a:p>
          <a:p>
            <a:r>
              <a:t>建议用时：54 秒（需实际排练校准）</a:t>
            </a:r>
          </a:p>
          <a:p>
            <a:r>
              <a:t>衔接：以上就是我基于现有验证结果给出的分析与建议，请您决定下一步方向。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628252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建议：暂不扩量，先补测试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2399681"/>
            <a:ext cx="10871200" cy="609600"/>
          </a:xfrm>
          <a:prstGeom prst="roundRect">
            <a:avLst>
              <a:gd name="adj" fmla="val 1666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2513981"/>
            <a:ext cx="105664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基于当前验证结果，建议暂不启动全校试点，优先完成用户可用性测试和认领身份流程验证，再作扩量决策。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161681"/>
            <a:ext cx="10871200" cy="1447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是否追加有限范围可用性测试？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是否批准认领流程的技术修改方案？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是否设定下一轮验收节点？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关键事实：已实现 vs 未实现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254028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已实现（验证通过）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812828"/>
            <a:ext cx="5334000" cy="186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失物发布功能——本地12条记录验证发布与检索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分类筛选与关键词搜索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认领状态更新（8条待认领，4条已认领）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1254028"/>
            <a:ext cx="533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未实现（边界待验证）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7600" y="1812828"/>
            <a:ext cx="5334000" cy="186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图片相似度搜索未实现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认领身份仍需人工确认，无自动化验证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无真实用户测试数据，仅本地模拟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400" y="4361676"/>
            <a:ext cx="10871200" cy="913396"/>
          </a:xfrm>
          <a:prstGeom prst="roundRect">
            <a:avLst>
              <a:gd name="adj" fmla="val 11123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4475976"/>
            <a:ext cx="10566400" cy="6847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所有数据来自本地模拟，无用户测试或效率提升比例。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方案对比：直接推广 vs 先补测试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28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选项A：直接推广当前方案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965228"/>
            <a:ext cx="5283200" cy="24449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已实现：发布、分类筛选、关键词检索、状态更新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验证：仅用12条虚构记录测试，无真实用户反馈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缺口：认领身份仍靠人工确认，存在纠纷风险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1355628"/>
            <a:ext cx="528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选项B：先补可用性与异常测试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1965228"/>
            <a:ext cx="5283200" cy="24449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优势：降低认领纠纷风险，获取真实用户反馈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成本：需额外2-3周时间与团队资源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缺口：具体测试指标与时间节点待定义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关键缺口与待验证假设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355628"/>
            <a:ext cx="10871200" cy="848667"/>
          </a:xfrm>
          <a:prstGeom prst="roundRect">
            <a:avLst>
              <a:gd name="adj" fmla="val 1197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469928"/>
            <a:ext cx="10566400" cy="6200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⚠️</a:t>
            </a: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 主要风险：认领身份通过人工确认，自动化流程未实现，可能引发滥⽤或纠纷。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407496"/>
            <a:ext cx="10871200" cy="2765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已验证：发布、分类筛选、关键词检索、状态更新功能已可⽤。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待验证假设①：可⽤性测试可在两周内获得有效数据（尚未定义测试指标）。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待验证假设②：团队有资源完成异常输⼊测试（当前⾚字未量化）。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待验证假设③：认领流程修改不会显著增加开发成本（需评估后端改接⾯）。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95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行动与验收：下阶段任务与时间线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431925"/>
            <a:ext cx="4053840" cy="48672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可用性测试：策略待定义，需覆盖关键操作路径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异常输入测试：补全边界用例，目标覆盖率待定义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认领流程技术修改方案：身份验证环节拟从人工转为自动化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验收标准待团队定义，例如用户操作成功率、异常输入覆盖率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17440" y="1431925"/>
            <a:ext cx="2069253" cy="4867275"/>
          </a:xfrm>
          <a:prstGeom prst="roundRect">
            <a:avLst>
              <a:gd name="adj" fmla="val 4909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69840" y="1584325"/>
            <a:ext cx="1764453" cy="4562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👤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负责人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待指定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89893" y="1431925"/>
            <a:ext cx="2069253" cy="4867275"/>
          </a:xfrm>
          <a:prstGeom prst="roundRect">
            <a:avLst>
              <a:gd name="adj" fmla="val 4909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42293" y="1584325"/>
            <a:ext cx="1764453" cy="4562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📅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预计周期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两周初步反馈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2347" y="1431925"/>
            <a:ext cx="2069253" cy="4867275"/>
          </a:xfrm>
          <a:prstGeom prst="roundRect">
            <a:avLst>
              <a:gd name="adj" fmla="val 4909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4747" y="1584325"/>
            <a:ext cx="1764453" cy="4562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✅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决策点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是否批准方案修改与测试预算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总结与决策：先验证，再扩量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355628"/>
            <a:ext cx="10871200" cy="827137"/>
          </a:xfrm>
          <a:prstGeom prst="roundRect">
            <a:avLst>
              <a:gd name="adj" fmla="val 12283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469928"/>
            <a:ext cx="10566400" cy="5985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🚦</a:t>
            </a: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 建议：暂不启动全校试点，优先完成可用性测试与认领流程验证。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385965"/>
            <a:ext cx="10871200" cy="19639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是否追加一次有限范围的可用性测试？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是否批准认领身份流程的技术方案修改？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是否设定下一轮验收节点（如两周后复评）？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553119"/>
            <a:ext cx="10871200" cy="6203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已知缺口：认领身份仍依赖人工确认；可用性测试与异常输入测试尚未实施。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