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象一下，你在大学群聊里看到有人说捡到一个钱包，但消息很快被刷上去了。你翻了半天聊天记录，也找不到失主。这就是我们面对的痛点——信息散落在太多地方。这一页我们用最熟悉的场景开场，接下来会讲我们怎么用检索和状态管理来解决它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校园失物信息分散在多个群聊，查找需人工翻阅消息</a:t>
            </a:r>
          </a:p>
          <a:p>
            <a:r>
              <a:t>[S1:2] validation.txt 第 2 段：校园失物信息分散在多个群聊，查找需要人工翻阅消息</a:t>
            </a:r>
          </a:p>
          <a:p>
            <a:r>
              <a:t>发布记录缺少统一入口，物品分类与认领状态不明确</a:t>
            </a:r>
          </a:p>
          <a:p>
            <a:r>
              <a:t>[S1:3] validation.txt 第 3 段：发布记录缺少统一入口，物品分类与认领状态不明确</a:t>
            </a:r>
          </a:p>
          <a:p/>
          <a:p>
            <a:r>
              <a:t>讲述提示（设计建议，不是事实来源）：</a:t>
            </a:r>
          </a:p>
          <a:p>
            <a:r>
              <a:t>听众：首次接触应用开发的听众</a:t>
            </a:r>
          </a:p>
          <a:p>
            <a:r>
              <a:t>全篇主线：个人贡献、已验证结果与尚未验证的边界</a:t>
            </a:r>
          </a:p>
          <a:p>
            <a:r>
              <a:t>本页作用：以熟悉场景引出问题，建立情感共鸣</a:t>
            </a:r>
          </a:p>
          <a:p>
            <a:r>
              <a:t>建议用时：28 秒（需实际排练校准）</a:t>
            </a:r>
          </a:p>
          <a:p>
            <a:r>
              <a:t>衔接：那么，我们用什么方法把散落的信息统一管理起来？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一页我们看到了群聊里信息容易被刷走的问题。现在进入我们的解决方案：两个核心功能——检索和状态管理。左边这两点概括了如何帮用户快速找到物品：一是用关键词和类别筛选，二是用状态标记已认领。右侧补充了一个边界：目前还不支持图片搜索，仅限文本与类别。记住这两个概念，接下来会看到具体是怎么实现的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关键词搜索和分类筛选让用户快速找到物品</a:t>
            </a:r>
          </a:p>
          <a:p>
            <a:r>
              <a:t>[S1:4] validation.txt 第 4 段：提供失物发布、分类筛选、关键词搜索和认领状态更新</a:t>
            </a:r>
          </a:p>
          <a:p>
            <a:r>
              <a:t>认领状态（待认领/已认领）标记物品当前归属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听众：首次接触应用开发的听众</a:t>
            </a:r>
          </a:p>
          <a:p>
            <a:r>
              <a:t>全篇主线：个人贡献、已验证结果与尚未验证的边界</a:t>
            </a:r>
          </a:p>
          <a:p>
            <a:r>
              <a:t>本页作用：介绍解决方案的两个核心概念，降低认知负荷</a:t>
            </a:r>
          </a:p>
          <a:p>
            <a:r>
              <a:t>建议用时：55 秒（需实际排练校准）</a:t>
            </a:r>
          </a:p>
          <a:p>
            <a:r>
              <a:t>衔接：下面我们看看这个方案在本地是如何实现的。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进入本地测试环节，看看验证结果如何。我首先用技术栈做了页面和搜索接口，然后在本地录入了12条模拟物品记录，其中8条待认领、4条已认领。注意，目前还没有真实用户测试，所以效率提升的数据是缺失的，这是一个明确的待验证边界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前端采用 React，后端 FastAPI，数据存于 PostgreSQL</a:t>
            </a:r>
          </a:p>
          <a:p>
            <a:r>
              <a:t>[S1:5] validation.txt 第 5 段：前端采用 React，后端采用 FastAPI，数据保存在 PostgreSQL</a:t>
            </a:r>
          </a:p>
          <a:p>
            <a:r>
              <a:t>个人完成页面开发、搜索接口编码与12条记录的本地验证</a:t>
            </a:r>
          </a:p>
          <a:p>
            <a:r>
              <a:t>[S1:5] validation.txt 第 5 段：测试案例中的个人分工为页面开发、搜索接口与本地测试</a:t>
            </a:r>
          </a:p>
          <a:p/>
          <a:p>
            <a:r>
              <a:t>讲述提示（设计建议，不是事实来源）：</a:t>
            </a:r>
          </a:p>
          <a:p>
            <a:r>
              <a:t>听众：首次接触应用开发的听众</a:t>
            </a:r>
          </a:p>
          <a:p>
            <a:r>
              <a:t>全篇主线：个人贡献、已验证结果与尚未验证的边界</a:t>
            </a:r>
          </a:p>
          <a:p>
            <a:r>
              <a:t>本页作用：建立个人可信度，展示技术实现细节</a:t>
            </a:r>
          </a:p>
          <a:p>
            <a:r>
              <a:t>建议用时：55 秒（需实际排练校准）</a:t>
            </a:r>
          </a:p>
          <a:p>
            <a:r>
              <a:t>衔接：验证结果如何？我们看看本地测试的具体数据。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诚实地看一下这个版本的效果。我们在本地用12条虚构数据测试了发布和关键词检索功能，其中8条标记为待认领，4条已认领，状态切换正确。但必须说明，这仅仅是功能验证，没有真实用户参与，也没有任何效率提升的具体数字。所以下一步的核心就是补上用户测试，才能判断它在真实场景下的可用性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12 条虚构物品记录，成功验证发布与关键词检索</a:t>
            </a:r>
          </a:p>
          <a:p>
            <a:r>
              <a:t>[S1:6] validation.txt 第 6 段：在本地用12条虚构物品记录验证发布和关键词检索</a:t>
            </a:r>
          </a:p>
          <a:p>
            <a:r>
              <a:t>8 条待认领、4 条已认领，状态正确</a:t>
            </a:r>
          </a:p>
          <a:p>
            <a:r>
              <a:t>[S1:6] validation.txt 第 6 段：8条记录标为待认领、4条标为已认领</a:t>
            </a:r>
          </a:p>
          <a:p>
            <a:r>
              <a:t>没有真实用户测试，也没有效率提升数据</a:t>
            </a:r>
          </a:p>
          <a:p>
            <a:r>
              <a:t>[S1:6] validation.txt 第 6 段：没有真实用户测试，也没有效率提升比例</a:t>
            </a:r>
          </a:p>
          <a:p/>
          <a:p>
            <a:r>
              <a:t>讲述提示（设计建议，不是事实来源）：</a:t>
            </a:r>
          </a:p>
          <a:p>
            <a:r>
              <a:t>听众：首次接触应用开发的听众</a:t>
            </a:r>
          </a:p>
          <a:p>
            <a:r>
              <a:t>全篇主线：个人贡献、已验证结果与尚未验证的边界</a:t>
            </a:r>
          </a:p>
          <a:p>
            <a:r>
              <a:t>本页作用：呈现已验证结果，强化信心</a:t>
            </a:r>
          </a:p>
          <a:p>
            <a:r>
              <a:t>建议用时：54 秒（需实际排练校准）</a:t>
            </a:r>
          </a:p>
          <a:p>
            <a:r>
              <a:t>衔接：不过这个版本还有明显的不足，我们需要诚实面对。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一下我们刚才做的这个小应用：它目前能完成失物发布、分类筛选和关键词搜索，但你知道，真实世界里认领一个东西往往需要身份确认，比如出示学生证，这方面我们还没有做。另外，图片搜索也是计划的一部分，但暂时不可用。下一步我会补充异常输入测试，比如搜索空白或乱码，以及找几个同学做可用性测试，看看界面操作是否直觉。这些是后续迭代的方向，今天就先到这里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认领身份仍需人工确认，未实现图片相似度搜索</a:t>
            </a:r>
          </a:p>
          <a:p>
            <a:r>
              <a:t>[S1:4] validation.txt 第 4 段：未实现图片相似度搜索</a:t>
            </a:r>
          </a:p>
          <a:p>
            <a:r>
              <a:t>下一步计划补充异常输入测试和用户可用性测试——【待补充】</a:t>
            </a:r>
          </a:p>
          <a:p>
            <a:r>
              <a:t>[S1:7] validation.txt 第 7 段：下一步计划补充异常输入测试和用户可用性测试，尚未实施</a:t>
            </a:r>
          </a:p>
          <a:p/>
          <a:p>
            <a:r>
              <a:t>讲述提示（设计建议，不是事实来源）：</a:t>
            </a:r>
          </a:p>
          <a:p>
            <a:r>
              <a:t>听众：首次接触应用开发的听众</a:t>
            </a:r>
          </a:p>
          <a:p>
            <a:r>
              <a:t>全篇主线：个人贡献、已验证结果与尚未验证的边界</a:t>
            </a:r>
          </a:p>
          <a:p>
            <a:r>
              <a:t>本页作用：表明成熟度和后续迭代方向</a:t>
            </a:r>
          </a:p>
          <a:p>
            <a:r>
              <a:t>建议用时：54 秒（需实际排练校准）</a:t>
            </a:r>
          </a:p>
          <a:p>
            <a:r>
              <a:t>衔接：最后，让我们简单回顾一下这个例子带给我们的收获。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就是本次分享的全部内容。我们从群聊捡钱包的场景出发，看到统一检索和状态管理如何让信息变得有序。接下来你可以尝试给应用加一个分类筛选按钮，并思考认领流程还有哪些改进空间——比如如何防止冒领。感谢聆听，欢迎大家提问讨论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从群聊信息散乱到统一检索与状态管理，解决方案清晰 — AI 推断，需核对</a:t>
            </a:r>
          </a:p>
          <a:p>
            <a:r>
              <a:t>练习：自己添加一个分类筛选功能，并思考如何改进认领流程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听众：首次接触应用开发的听众</a:t>
            </a:r>
          </a:p>
          <a:p>
            <a:r>
              <a:t>全篇主线：个人贡献、已验证结果与尚未验证的边界</a:t>
            </a:r>
          </a:p>
          <a:p>
            <a:r>
              <a:t>本页作用：巩固学习成果，激励进一步探索</a:t>
            </a:r>
          </a:p>
          <a:p>
            <a:r>
              <a:t>建议用时：54 秒（需实际排练校准）</a:t>
            </a:r>
          </a:p>
          <a:p>
            <a:r>
              <a:t>衔接：这就是本次分享的全部内容，感谢聆听。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1887543"/>
            <a:ext cx="53848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群聊消息被刷走，钱包怎么找回来？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800" y="1887543"/>
            <a:ext cx="53848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校园失物招领痛点：信息分散、查找困难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278000"/>
            <a:ext cx="10871200" cy="908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信息分散在多个群聊，需人工翻阅消息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缺少统一入口，物品分类与认领状态不明确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用检索 + 状态管理解决信息散落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923857"/>
            <a:ext cx="5334000" cy="3300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关键词搜索 + 类别筛选可快速定位物品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认领状态（待认领/已认领）标记物品当前归属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7600" y="533400"/>
            <a:ext cx="5334000" cy="5765800"/>
          </a:xfrm>
          <a:prstGeom prst="roundRect">
            <a:avLst>
              <a:gd name="adj" fmla="val 1904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0000" y="647700"/>
            <a:ext cx="5029200" cy="553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未实现：图片相似度搜索。当前仅支持文本与类别检索。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个人贡献：页面、搜索接口与本地测试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5334000" cy="1936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前端：React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后端：FastAPI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数据：PostgreSQL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444885"/>
            <a:ext cx="5334000" cy="12151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页面开发与搜索接口编码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本地测试：12条虚构记录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97600" y="1355628"/>
          <a:ext cx="5334000" cy="41151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67000"/>
                <a:gridCol w="2667000"/>
              </a:tblGrid>
              <a:tr h="137173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状态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数量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7173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待认领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8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7173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已认领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4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0400" y="5674019"/>
            <a:ext cx="10871200" cy="625181"/>
          </a:xfrm>
          <a:prstGeom prst="roundRect">
            <a:avLst>
              <a:gd name="adj" fmla="val 16251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5788319"/>
            <a:ext cx="10566400" cy="3965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尚无真实用户测试，效率提升比例待补充。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验证结果：12条记录，检索有效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0400" y="1355628"/>
          <a:ext cx="10871200" cy="3169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35600"/>
                <a:gridCol w="5435600"/>
              </a:tblGrid>
              <a:tr h="5283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值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虚构记录总数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12 条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待认领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8 条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已认领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4 条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真实用户测试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尚未进行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效率提升数据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暂无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0400" y="4728748"/>
            <a:ext cx="10871200" cy="609600"/>
          </a:xfrm>
          <a:prstGeom prst="roundRect">
            <a:avLst>
              <a:gd name="adj" fmla="val 16666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843048"/>
            <a:ext cx="105664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没有真实用户测试，也没有效率提升比例。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尚未验证的边界：认领身份与实际用户可用性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457228"/>
            <a:ext cx="10871200" cy="36146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认领身份仍需人工确认，未实现图片相似度搜索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下一步计划补充异常输入测试和用户可用性测试——【待补充】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回顾与练习：从例子到动手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从群聊信息散乱到统一检索与状态管理，解决方案清晰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练习：自己添加一个分类筛选功能，并思考如何改进认领流程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