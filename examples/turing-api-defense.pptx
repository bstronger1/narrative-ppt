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各位老师好，今天我来汇报校园失物招领的统一管理方案。目前校园失物信息分散在多个群聊中，查找非常不便，也缺乏统一的发布入口和分类认领状态，这是我们项目的核心痛点。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当前失物信息分散在多个群聊，查找需人工翻阅消息 — 待补充依据</a:t>
            </a:r>
          </a:p>
          <a:p>
            <a:r>
              <a:t>缺乏统一发布入口，物品分类与认领状态不明确 — 待补充依据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这一页展示系统的核心功能，包括失物发布、分类筛选和搜索。我的个人贡献主要集中在页面开发和搜索接口的本地测试上。目前图片相似度搜索还没有实现，需要向各位老师说明具体原因和后续的替代方案。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实现失物发布、分类筛选、关键词搜索和认领状态更新 — 待补充依据</a:t>
            </a:r>
          </a:p>
          <a:p>
            <a:r>
              <a:t>个人分工：页面开发、搜索接口与本地测试 — 待补充依据</a:t>
            </a:r>
          </a:p>
          <a:p>
            <a:r>
              <a:t>未实现图片相似度搜索【待补充：具体未实现原因及替代方案】 — 待补充依据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介绍技术选型与个人贡献。我独立完成了前端页面开发和后端搜索接口设计，并在本地完成了包含12条记录的完整发布与检索测试。目前系统功能已验证通过，但还需要补充正式的集成测试报告和部署文档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前端采用 React，后端采用 FastAPI，数据保存在 PostgreSQL — 待补充依据</a:t>
            </a:r>
          </a:p>
          <a:p>
            <a:r>
              <a:t>个人完成页面开发、搜索接口与本地测试 — 待补充依据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这页展示我们本地用12条虚构记录测试了发布和关键词检索功能，其中8条待认领、4条已认领。需要说明目前尚未进行真实用户测试，暂无效率提升数据，后续的测试计划与指标仍需补充清晰。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用12条虚构物品记录验证发布和关键词检索 — 待补充依据</a:t>
            </a:r>
          </a:p>
          <a:p>
            <a:r>
              <a:t>8条记录标为待认领、4条标为已认领 — 待补充依据</a:t>
            </a:r>
          </a:p>
          <a:p>
            <a:r>
              <a:t>无真实用户测试，无效率提升比例【待补充：真实用户测试计划及预期指标】 — 待补充依据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当前系统存在一个明显不足：认领身份仍需人工确认，尚未实现自动化验证。下一步我们将补充异常输入测试和用户可用性测试，但具体测试用例和方案还在规划中。【待补充】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认领身份仍需人工确认 — 待补充依据</a:t>
            </a:r>
          </a:p>
          <a:p>
            <a:r>
              <a:t>下一步补充异常输入测试和用户可用性测试，尚未实施【待补充：具体测试用例与可用性测试方案】 — 待补充依据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总结页：我们实现了失物信息统一管理，我负责页面开发、搜索接口和本地测试。目前用12条记录验证了基本功能，但缺少真实用户反馈和效率数据，下一步需要设计用户测试方案来收集实际使用效果。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实现失物信息统一管理，减少人工查找时间 — 待补充依据</a:t>
            </a:r>
          </a:p>
          <a:p>
            <a:r>
              <a:t>个人完成页面开发、搜索接口与本地测试 — 待补充依据</a:t>
            </a:r>
          </a:p>
          <a:p>
            <a:r>
              <a:t>已验证基本功能，但缺乏真实用户反馈与效率数据【待补充：用户反馈收集方案】 — 待补充依据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400" y="533400"/>
            <a:ext cx="5334000" cy="1238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校园失物招领：失物信息统一管理方案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00" y="1923857"/>
            <a:ext cx="533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解决失物信息分散与查找困难的问题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" y="2533457"/>
            <a:ext cx="5334000" cy="26908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背景：失物信息分散在多个群聊，查找需人工翻阅消息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问题：缺乏统一发布入口，物品分类与认领状态不明确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5400" y="711200"/>
            <a:ext cx="4978400" cy="43352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【待补充】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当前失物相关群聊数或消息量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【待补充：需要提供校园失物相关的群聊数量或平均日消息量】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400" y="533400"/>
            <a:ext cx="5334000" cy="5765800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07360" y="764032"/>
            <a:ext cx="2987040" cy="1960372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7440" y="1109980"/>
            <a:ext cx="1920240" cy="115316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60400" y="2839720"/>
            <a:ext cx="5334000" cy="3459480"/>
          </a:xfrm>
          <a:custGeom>
            <a:avLst/>
            <a:gdLst/>
            <a:ahLst/>
            <a:cxnLst/>
            <a:rect l="l" t="t" r="r" b="b"/>
            <a:pathLst>
              <a:path w="5334000" h="3459480">
                <a:moveTo>
                  <a:pt x="0" y="2191004"/>
                </a:moveTo>
                <a:lnTo>
                  <a:pt x="1813560" y="691896"/>
                </a:lnTo>
                <a:lnTo>
                  <a:pt x="3093720" y="1729740"/>
                </a:lnTo>
                <a:lnTo>
                  <a:pt x="5334000" y="0"/>
                </a:lnTo>
                <a:lnTo>
                  <a:pt x="5334000" y="3459480"/>
                </a:lnTo>
                <a:lnTo>
                  <a:pt x="0" y="345948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7120" y="5491988"/>
            <a:ext cx="960120" cy="691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7600" y="533400"/>
            <a:ext cx="5334000" cy="1238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方案：失物发布、分类筛选与关键词搜索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7600" y="1923857"/>
            <a:ext cx="5334000" cy="3300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失物发布、分类筛选、关键词搜索和认领状态更新（已实现）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个人分工：页面开发、搜索接口与本地测试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【待补充：图片相似度搜索未实现，需要补充具体原因及替代方案】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技术实现：React + FastAPI +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355628"/>
            <a:ext cx="10871200" cy="2765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前端：React（页面开发，个人完成）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后端：FastAPI（搜索接口，个人完成）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数据库：PostgreSQL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本地测试：12条记录发布与检索，已通过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400" y="4324805"/>
            <a:ext cx="10871200" cy="848667"/>
          </a:xfrm>
          <a:prstGeom prst="roundRect">
            <a:avLst>
              <a:gd name="adj" fmla="val 11971"/>
            </a:avLst>
          </a:prstGeom>
          <a:solidFill>
            <a:srgbClr val="EE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800" y="4439105"/>
            <a:ext cx="10566400" cy="6200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后续需补充集成测试与部署文档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7600" y="533400"/>
            <a:ext cx="5334000" cy="1238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本地验证：12条记录发布与检索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7600" y="1923857"/>
            <a:ext cx="5334000" cy="20948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B4432B"/>
              </a:buClr>
              <a:buFont typeface="Arial"/>
              <a:buChar char="—"/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用12条虚构物品记录验证发布和关键词检索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8条记录标为待认领、4条标为已认领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无真实用户测试【待补充：真实用户测试计划及预期指标】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暂无效率提升比例数据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" y="533400"/>
            <a:ext cx="5334000" cy="5765800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07360" y="764032"/>
            <a:ext cx="2987040" cy="1960372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47440" y="1109980"/>
            <a:ext cx="1920240" cy="115316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60400" y="2839720"/>
            <a:ext cx="5334000" cy="3459480"/>
          </a:xfrm>
          <a:custGeom>
            <a:avLst/>
            <a:gdLst/>
            <a:ahLst/>
            <a:cxnLst/>
            <a:rect l="l" t="t" r="r" b="b"/>
            <a:pathLst>
              <a:path w="5334000" h="3459480">
                <a:moveTo>
                  <a:pt x="0" y="2191004"/>
                </a:moveTo>
                <a:lnTo>
                  <a:pt x="1813560" y="691896"/>
                </a:lnTo>
                <a:lnTo>
                  <a:pt x="3093720" y="1729740"/>
                </a:lnTo>
                <a:lnTo>
                  <a:pt x="5334000" y="0"/>
                </a:lnTo>
                <a:lnTo>
                  <a:pt x="5334000" y="3459480"/>
                </a:lnTo>
                <a:lnTo>
                  <a:pt x="0" y="345948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87120" y="5491988"/>
            <a:ext cx="960120" cy="691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5400" y="4348903"/>
            <a:ext cx="2235200" cy="17724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8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待认领记录数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虚构数据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8600" y="4348903"/>
            <a:ext cx="2235200" cy="17724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4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已认领记录数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虚构数据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7600" y="533400"/>
            <a:ext cx="53340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不足与下一步计划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7600" y="1304828"/>
            <a:ext cx="5334000" cy="3919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认领身份仍需人工确认【待补充：自动化身份验证方案】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下一步补充异常输入测试和用户可用性测试【待补充：具体测试用例与可用性测试方案】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400" y="533400"/>
            <a:ext cx="5334000" cy="5765800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07360" y="764032"/>
            <a:ext cx="2987040" cy="1960372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7440" y="1109980"/>
            <a:ext cx="1920240" cy="115316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660400" y="2839720"/>
            <a:ext cx="5334000" cy="3459480"/>
          </a:xfrm>
          <a:custGeom>
            <a:avLst/>
            <a:gdLst/>
            <a:ahLst/>
            <a:cxnLst/>
            <a:rect l="l" t="t" r="r" b="b"/>
            <a:pathLst>
              <a:path w="5334000" h="3459480">
                <a:moveTo>
                  <a:pt x="0" y="2191004"/>
                </a:moveTo>
                <a:lnTo>
                  <a:pt x="1813560" y="691896"/>
                </a:lnTo>
                <a:lnTo>
                  <a:pt x="3093720" y="1729740"/>
                </a:lnTo>
                <a:lnTo>
                  <a:pt x="5334000" y="0"/>
                </a:lnTo>
                <a:lnTo>
                  <a:pt x="5334000" y="3459480"/>
                </a:lnTo>
                <a:lnTo>
                  <a:pt x="0" y="345948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7120" y="5491988"/>
            <a:ext cx="960120" cy="691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总结与个人贡献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304828"/>
            <a:ext cx="6614160" cy="2870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实现失物信息统一管理，减少人工翻阅群聊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个人完成页面开发、搜索接口与本地测试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5560" y="1482628"/>
            <a:ext cx="3698240" cy="2514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12条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本地验证记录数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8条待认领，4条已认领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4327357"/>
            <a:ext cx="10871200" cy="896915"/>
          </a:xfrm>
          <a:prstGeom prst="roundRect">
            <a:avLst>
              <a:gd name="adj" fmla="val 11327"/>
            </a:avLst>
          </a:prstGeom>
          <a:solidFill>
            <a:srgbClr val="EE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4441657"/>
            <a:ext cx="10566400" cy="6683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【待补充：用户反馈收集方案及效率提升数据】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